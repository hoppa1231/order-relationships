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65" r:id="rId6"/>
    <p:sldId id="258" r:id="rId7"/>
    <p:sldId id="268" r:id="rId8"/>
    <p:sldId id="272" r:id="rId9"/>
    <p:sldId id="273" r:id="rId10"/>
    <p:sldId id="274" r:id="rId11"/>
    <p:sldId id="270" r:id="rId12"/>
    <p:sldId id="271" r:id="rId13"/>
    <p:sldId id="275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AB744956-70EF-42CA-829B-42690F489A9B}">
          <p14:sldIdLst>
            <p14:sldId id="256"/>
            <p14:sldId id="257"/>
            <p14:sldId id="266"/>
            <p14:sldId id="267"/>
            <p14:sldId id="265"/>
          </p14:sldIdLst>
        </p14:section>
        <p14:section name="Раздел математики" id="{2B489450-7355-4439-97BF-C16D43621C2A}">
          <p14:sldIdLst>
            <p14:sldId id="258"/>
            <p14:sldId id="268"/>
            <p14:sldId id="272"/>
            <p14:sldId id="273"/>
            <p14:sldId id="274"/>
          </p14:sldIdLst>
        </p14:section>
        <p14:section name="Раздел без заголовка" id="{15FC0597-AC6B-419D-9D6D-1D863FD1449A}">
          <p14:sldIdLst>
            <p14:sldId id="270"/>
            <p14:sldId id="271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1A21"/>
    <a:srgbClr val="2399C3"/>
    <a:srgbClr val="68C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0" autoAdjust="0"/>
    <p:restoredTop sz="94454" autoAdjust="0"/>
  </p:normalViewPr>
  <p:slideViewPr>
    <p:cSldViewPr snapToGrid="0">
      <p:cViewPr>
        <p:scale>
          <a:sx n="75" d="100"/>
          <a:sy n="75" d="100"/>
        </p:scale>
        <p:origin x="1360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3102DC-6F3A-FD12-1BC5-1655FFD16A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937E23F-7955-3029-75BE-9F4C62F8E6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296E48-2253-BE39-ABB9-57B0F6B6E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19CA-317E-48E6-96B1-2328B627080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8F24F3-CCBE-8E84-ED4B-1F6DB0603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3E5AF7-AF43-A56E-E751-B7FB8BB4A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E35FC-CCAD-47EE-AD1E-38A33178D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2483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A97A6-638C-BE45-788D-18EF00B4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F67887-92EF-A229-1C74-71C7941C2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8BBCB2-3E30-DE6D-4E8F-E902F6662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19CA-317E-48E6-96B1-2328B627080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F0DD50-2D6E-E332-17D7-A696C4BFC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A4D1B-9A5C-604F-79A8-5253156A5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E35FC-CCAD-47EE-AD1E-38A33178D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913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AAFBF1-1C24-8B97-28AD-94218091D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3855D9-5F64-419D-E513-DDD4FE592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0CB6BB-44D4-311E-79EB-D46EDAE34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19CA-317E-48E6-96B1-2328B627080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081669-37EE-452A-18B9-C80595C0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215606-76E0-1840-5348-F566710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E35FC-CCAD-47EE-AD1E-38A33178D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252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9E85AB-741B-ED33-4E0D-477BF1775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A95666-D424-73BA-6750-3E780668E4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39FA0F6-4227-D7D5-25E3-4C742ACAB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EE3106-A7C5-113F-CE0D-A2A072575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19CA-317E-48E6-96B1-2328B627080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FEB393-7815-76A0-F307-EB32F779A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21AE85-8EC3-2E32-0EFE-ADBCCC2A8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E35FC-CCAD-47EE-AD1E-38A33178D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497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6F5137-FA08-A6B1-3F8E-95DAC1A5E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8A9A99-71B8-E4C6-D230-5B53449AF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001DE4A-2FEE-B0A8-23B3-C7BA64DD6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D0DD7E0-8837-F273-8D9A-5B0E84705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BBE4679-0A29-91E4-5920-4605342CEC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0EBE068-0D6C-1400-B3AD-808512153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19CA-317E-48E6-96B1-2328B627080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AAABC1E-B77B-58DE-F4F6-F357A7619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9DA89FE-8FC0-5446-C4E8-0407EC04C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E35FC-CCAD-47EE-AD1E-38A33178D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94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AF73FA-7174-39C3-D6F9-1247FEA8F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E9DD00D-0DC3-2265-5883-624C67AB1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19CA-317E-48E6-96B1-2328B627080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ACB61E6-E035-9E42-EEF6-8BFD4F6B5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3148BC8-F0A3-F00C-4DA9-8262715F3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E35FC-CCAD-47EE-AD1E-38A33178D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352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741CDD4-ABBD-249C-7A6E-E79AD4728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19CA-317E-48E6-96B1-2328B627080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64E876B-EDE8-11EA-135D-2F26AC7C2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FF5E5D-8471-EAF2-09EE-9D2999427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E35FC-CCAD-47EE-AD1E-38A33178D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360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B289F-50D2-55CB-1F21-796438568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7C3B4B-2418-0BCA-B45C-DE62AD988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CAD18B6-9962-2E1D-F1F6-606FD4A39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6F0BF0-5676-D986-5774-B92475EBD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19CA-317E-48E6-96B1-2328B627080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909539-642A-91E8-2908-42D2C8BA3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14ADC0-2BB8-EEB6-C58D-7CCC5A57A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E35FC-CCAD-47EE-AD1E-38A33178D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8834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B7D1AC-EBEB-58FD-4E75-4CF3D9EB0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56AC751-1822-BE32-6EAB-A4D4E94194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7F876B-0F3A-ABD0-57BE-28E19A6C6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9ED054-64A5-3ADA-AD15-2BF0F43DB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19CA-317E-48E6-96B1-2328B627080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A51D04-8B4E-A868-FC2A-939197E13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9A53B8-6F23-C9D2-0C28-6C5F54B4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E35FC-CCAD-47EE-AD1E-38A33178D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23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3FACC6-EA2A-38C6-2744-8565AA5CF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A7E604A-C2DB-D426-D368-B1AE40DC9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BCC162-6DE5-E9E9-BECB-573EF9A62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19CA-317E-48E6-96B1-2328B627080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ADAFB2-49FF-9EB3-D44A-ACA966584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B8B935-2BA6-5139-B998-9C7841AD8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E35FC-CCAD-47EE-AD1E-38A33178D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837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7B300D0-6AFF-AA2B-E8B8-E44E8C5CCA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863BC4-F48D-E736-AA5D-9A3A6DB88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940D0B-8A86-E125-7841-09D15891B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19CA-317E-48E6-96B1-2328B627080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22EBA2-2CB8-4E25-1EAD-8013734F4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264406-2091-CE69-063F-253975CCF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E35FC-CCAD-47EE-AD1E-38A33178D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506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3FCBB-C030-37FC-289A-87345A35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20058B-8B0D-B089-E49A-45C4D20FA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C730A3-A6EB-3866-2B08-3F89FA1C2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1219CA-317E-48E6-96B1-2328B627080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58FDB1-17E4-9C39-3D4E-7AE73FAB2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60B78B-0AAA-D94B-C966-A6F394A07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4E35FC-CCAD-47EE-AD1E-38A33178D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202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" Target="slide6.xml"/><Relationship Id="rId7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image" Target="../media/image8.png"/><Relationship Id="rId10" Type="http://schemas.openxmlformats.org/officeDocument/2006/relationships/image" Target="../media/image90.png"/><Relationship Id="rId4" Type="http://schemas.openxmlformats.org/officeDocument/2006/relationships/image" Target="../media/image12.png"/><Relationship Id="rId9" Type="http://schemas.openxmlformats.org/officeDocument/2006/relationships/slide" Target="slide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A5261D-2F0C-9421-B2ED-6EA71AE62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7291" y="1290936"/>
            <a:ext cx="9859009" cy="2275852"/>
          </a:xfrm>
        </p:spPr>
        <p:txBody>
          <a:bodyPr anchor="b">
            <a:noAutofit/>
          </a:bodyPr>
          <a:lstStyle/>
          <a:p>
            <a:r>
              <a:rPr lang="ru-RU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2" charset="-52"/>
              </a:rPr>
              <a:t>Разработка библиотеки для символьных вычислений в большой конечной арифметике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B56A30A-46C2-60E9-CCA7-0FF9AA451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318000"/>
            <a:ext cx="7132335" cy="1577471"/>
          </a:xfrm>
        </p:spPr>
        <p:txBody>
          <a:bodyPr anchor="t">
            <a:normAutofit/>
          </a:bodyPr>
          <a:lstStyle/>
          <a:p>
            <a:pPr algn="l"/>
            <a:r>
              <a:rPr lang="ru-RU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Дисциплина: Компьютерная алгебра</a:t>
            </a:r>
          </a:p>
          <a:p>
            <a:pPr algn="l"/>
            <a:endParaRPr lang="ru-RU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algn="l"/>
            <a:r>
              <a:rPr lang="ru-RU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Преподаватель</a:t>
            </a:r>
            <a:r>
              <a:rPr lang="en-US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: </a:t>
            </a:r>
            <a:r>
              <a:rPr lang="ru-RU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Малышев Игорь Алексеевич</a:t>
            </a:r>
          </a:p>
        </p:txBody>
      </p:sp>
    </p:spTree>
    <p:extLst>
      <p:ext uri="{BB962C8B-B14F-4D97-AF65-F5344CB8AC3E}">
        <p14:creationId xmlns:p14="http://schemas.microsoft.com/office/powerpoint/2010/main" val="3417415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rgbClr val="2399C3"/>
            </a:gs>
            <a:gs pos="100000">
              <a:schemeClr val="accent1">
                <a:lumMod val="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793820" y="1730434"/>
            <a:ext cx="2019721" cy="4632290"/>
          </a:xfrm>
          <a:prstGeom prst="rect">
            <a:avLst/>
          </a:prstGeom>
          <a:solidFill>
            <a:srgbClr val="061A21"/>
          </a:solidFill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2964254" y="1730434"/>
            <a:ext cx="2019721" cy="4632290"/>
          </a:xfrm>
          <a:prstGeom prst="rect">
            <a:avLst/>
          </a:prstGeom>
          <a:solidFill>
            <a:srgbClr val="061A21"/>
          </a:solidFill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149786" y="1730434"/>
            <a:ext cx="2019721" cy="4632290"/>
          </a:xfrm>
          <a:prstGeom prst="rect">
            <a:avLst/>
          </a:prstGeom>
          <a:solidFill>
            <a:srgbClr val="061A21"/>
          </a:solidFill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7335318" y="1730434"/>
            <a:ext cx="2019721" cy="4632290"/>
          </a:xfrm>
          <a:prstGeom prst="rect">
            <a:avLst/>
          </a:prstGeom>
          <a:solidFill>
            <a:srgbClr val="061A21"/>
          </a:solidFill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9520850" y="1730434"/>
            <a:ext cx="2019721" cy="4632290"/>
          </a:xfrm>
          <a:prstGeom prst="rect">
            <a:avLst/>
          </a:prstGeom>
          <a:solidFill>
            <a:srgbClr val="061A21"/>
          </a:solidFill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5255294" y="4666956"/>
            <a:ext cx="18087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PixelMontserrat" panose="02000603000000000000" pitchFamily="2" charset="-52"/>
                <a:ea typeface="PixelMontserrat" panose="02000603000000000000" pitchFamily="2" charset="-52"/>
              </a:rPr>
              <a:t>Косушкин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PixelMontserrat" panose="02000603000000000000" pitchFamily="2" charset="-52"/>
                <a:ea typeface="PixelMontserrat" panose="02000603000000000000" pitchFamily="2" charset="-52"/>
              </a:rPr>
              <a:t> Тимофей</a:t>
            </a:r>
          </a:p>
          <a:p>
            <a:endParaRPr lang="ru-RU" dirty="0">
              <a:solidFill>
                <a:schemeClr val="bg1">
                  <a:lumMod val="95000"/>
                </a:schemeClr>
              </a:solidFill>
              <a:latin typeface="PixelMontserrat" panose="02000603000000000000" pitchFamily="2" charset="-52"/>
              <a:ea typeface="PixelMontserrat" panose="02000603000000000000" pitchFamily="2" charset="-52"/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ixelMontserrat" panose="02000603000000000000" pitchFamily="2" charset="-52"/>
                <a:ea typeface="PixelMontserrat" panose="02000603000000000000" pitchFamily="2" charset="-52"/>
              </a:rPr>
              <a:t>Backend</a:t>
            </a:r>
            <a:endParaRPr lang="ru-RU" dirty="0">
              <a:solidFill>
                <a:schemeClr val="bg1">
                  <a:lumMod val="95000"/>
                </a:schemeClr>
              </a:solidFill>
              <a:latin typeface="PixelMontserrat" panose="02000603000000000000" pitchFamily="2" charset="-52"/>
              <a:ea typeface="PixelMontserrat" panose="02000603000000000000" pitchFamily="2" charset="-5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40826" y="4666956"/>
            <a:ext cx="18087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PixelMontserrat" panose="02000603000000000000" pitchFamily="2" charset="-52"/>
                <a:ea typeface="PixelMontserrat" panose="02000603000000000000" pitchFamily="2" charset="-52"/>
              </a:rPr>
              <a:t>Панасюк Сергей</a:t>
            </a:r>
          </a:p>
          <a:p>
            <a:endParaRPr lang="ru-RU" dirty="0">
              <a:solidFill>
                <a:schemeClr val="bg1">
                  <a:lumMod val="95000"/>
                </a:schemeClr>
              </a:solidFill>
              <a:latin typeface="PixelMontserrat" panose="02000603000000000000" pitchFamily="2" charset="-52"/>
              <a:ea typeface="PixelMontserrat" panose="02000603000000000000" pitchFamily="2" charset="-52"/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ixelMontserrat" panose="02000603000000000000" pitchFamily="2" charset="-52"/>
                <a:ea typeface="PixelMontserrat" panose="02000603000000000000" pitchFamily="2" charset="-52"/>
              </a:rPr>
              <a:t>Backend</a:t>
            </a:r>
            <a:endParaRPr lang="ru-RU" dirty="0">
              <a:solidFill>
                <a:schemeClr val="bg1">
                  <a:lumMod val="95000"/>
                </a:schemeClr>
              </a:solidFill>
              <a:latin typeface="PixelMontserrat" panose="02000603000000000000" pitchFamily="2" charset="-52"/>
              <a:ea typeface="PixelMontserrat" panose="02000603000000000000" pitchFamily="2" charset="-5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26357" y="4666956"/>
            <a:ext cx="18087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PixelMontserrat" panose="02000603000000000000" pitchFamily="2" charset="-52"/>
                <a:ea typeface="PixelMontserrat" panose="02000603000000000000" pitchFamily="2" charset="-52"/>
              </a:rPr>
              <a:t>Дубина Данила</a:t>
            </a:r>
          </a:p>
          <a:p>
            <a:endParaRPr lang="ru-RU" dirty="0">
              <a:solidFill>
                <a:schemeClr val="bg1">
                  <a:lumMod val="95000"/>
                </a:schemeClr>
              </a:solidFill>
              <a:latin typeface="PixelMontserrat" panose="02000603000000000000" pitchFamily="2" charset="-52"/>
              <a:ea typeface="PixelMontserrat" panose="02000603000000000000" pitchFamily="2" charset="-52"/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ixelMontserrat" panose="02000603000000000000" pitchFamily="2" charset="-52"/>
                <a:ea typeface="PixelMontserrat" panose="02000603000000000000" pitchFamily="2" charset="-52"/>
              </a:rPr>
              <a:t>Presenter</a:t>
            </a:r>
            <a:endParaRPr lang="ru-RU" dirty="0">
              <a:solidFill>
                <a:schemeClr val="bg1">
                  <a:lumMod val="95000"/>
                </a:schemeClr>
              </a:solidFill>
              <a:latin typeface="PixelMontserrat" panose="02000603000000000000" pitchFamily="2" charset="-52"/>
              <a:ea typeface="PixelMontserrat" panose="02000603000000000000" pitchFamily="2" charset="-5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94575" y="4672879"/>
            <a:ext cx="18087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PixelMontserrat" panose="02000603000000000000" pitchFamily="2" charset="-52"/>
                <a:ea typeface="PixelMontserrat" panose="02000603000000000000" pitchFamily="2" charset="-52"/>
              </a:rPr>
              <a:t>Первова</a:t>
            </a: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PixelMontserrat" panose="02000603000000000000" pitchFamily="2" charset="-52"/>
                <a:ea typeface="PixelMontserrat" panose="02000603000000000000" pitchFamily="2" charset="-52"/>
              </a:rPr>
              <a:t>Ульяна</a:t>
            </a:r>
          </a:p>
          <a:p>
            <a:endParaRPr lang="ru-RU" dirty="0">
              <a:solidFill>
                <a:schemeClr val="bg1">
                  <a:lumMod val="95000"/>
                </a:schemeClr>
              </a:solidFill>
              <a:latin typeface="PixelMontserrat" panose="02000603000000000000" pitchFamily="2" charset="-52"/>
              <a:ea typeface="PixelMontserrat" panose="02000603000000000000" pitchFamily="2" charset="-52"/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ixelMontserrat" panose="02000603000000000000" pitchFamily="2" charset="-52"/>
                <a:ea typeface="PixelMontserrat" panose="02000603000000000000" pitchFamily="2" charset="-52"/>
              </a:rPr>
              <a:t>Resource Manager</a:t>
            </a:r>
            <a:endParaRPr lang="ru-RU" dirty="0">
              <a:solidFill>
                <a:schemeClr val="bg1">
                  <a:lumMod val="95000"/>
                </a:schemeClr>
              </a:solidFill>
              <a:latin typeface="PixelMontserrat" panose="02000603000000000000" pitchFamily="2" charset="-52"/>
              <a:ea typeface="PixelMontserrat" panose="02000603000000000000" pitchFamily="2" charset="-5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6413" y="4666957"/>
            <a:ext cx="18087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PixelMontserrat" panose="02000603000000000000" pitchFamily="2" charset="-52"/>
                <a:ea typeface="PixelMontserrat" panose="02000603000000000000" pitchFamily="2" charset="-52"/>
              </a:rPr>
              <a:t>Ким</a:t>
            </a: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PixelMontserrat" panose="02000603000000000000" pitchFamily="2" charset="-52"/>
                <a:ea typeface="PixelMontserrat" panose="02000603000000000000" pitchFamily="2" charset="-52"/>
              </a:rPr>
              <a:t>Максим</a:t>
            </a:r>
          </a:p>
          <a:p>
            <a:endParaRPr lang="ru-RU" dirty="0">
              <a:solidFill>
                <a:schemeClr val="bg1">
                  <a:lumMod val="95000"/>
                </a:schemeClr>
              </a:solidFill>
              <a:latin typeface="PixelMontserrat" panose="02000603000000000000" pitchFamily="2" charset="-52"/>
              <a:ea typeface="PixelMontserrat" panose="02000603000000000000" pitchFamily="2" charset="-52"/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ixelMontserrat" panose="02000603000000000000" pitchFamily="2" charset="-52"/>
                <a:ea typeface="PixelMontserrat" panose="02000603000000000000" pitchFamily="2" charset="-52"/>
              </a:rPr>
              <a:t>Teamlead</a:t>
            </a:r>
            <a:endParaRPr lang="ru-RU" dirty="0">
              <a:solidFill>
                <a:schemeClr val="bg1">
                  <a:lumMod val="95000"/>
                </a:schemeClr>
              </a:solidFill>
              <a:latin typeface="PixelMontserrat" panose="02000603000000000000" pitchFamily="2" charset="-52"/>
              <a:ea typeface="PixelMontserrat" panose="02000603000000000000" pitchFamily="2" charset="-52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20716" t="7169" r="21247" b="9748"/>
          <a:stretch/>
        </p:blipFill>
        <p:spPr>
          <a:xfrm>
            <a:off x="942085" y="1883664"/>
            <a:ext cx="1737360" cy="248716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085" y="1883665"/>
            <a:ext cx="1737360" cy="2487168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575" y="1883664"/>
            <a:ext cx="1759078" cy="2520931"/>
          </a:xfrm>
          <a:prstGeom prst="rect">
            <a:avLst/>
          </a:prstGeom>
        </p:spPr>
      </p:pic>
      <p:grpSp>
        <p:nvGrpSpPr>
          <p:cNvPr id="24" name="Группа 23"/>
          <p:cNvGrpSpPr/>
          <p:nvPr/>
        </p:nvGrpSpPr>
        <p:grpSpPr>
          <a:xfrm>
            <a:off x="942085" y="4541644"/>
            <a:ext cx="1737360" cy="49297"/>
            <a:chOff x="942085" y="4473173"/>
            <a:chExt cx="1737360" cy="49297"/>
          </a:xfrm>
          <a:solidFill>
            <a:schemeClr val="bg1"/>
          </a:solidFill>
        </p:grpSpPr>
        <p:sp>
          <p:nvSpPr>
            <p:cNvPr id="19" name="Прямоугольник 18"/>
            <p:cNvSpPr/>
            <p:nvPr/>
          </p:nvSpPr>
          <p:spPr>
            <a:xfrm>
              <a:off x="942085" y="4473174"/>
              <a:ext cx="1737360" cy="4929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/>
            <p:cNvSpPr/>
            <p:nvPr/>
          </p:nvSpPr>
          <p:spPr>
            <a:xfrm>
              <a:off x="1358265" y="4473173"/>
              <a:ext cx="1321180" cy="492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/>
            <p:cNvSpPr/>
            <p:nvPr/>
          </p:nvSpPr>
          <p:spPr>
            <a:xfrm>
              <a:off x="1741170" y="4473173"/>
              <a:ext cx="938275" cy="492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2057400" y="4473173"/>
              <a:ext cx="622044" cy="492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/>
            <p:cNvSpPr/>
            <p:nvPr/>
          </p:nvSpPr>
          <p:spPr>
            <a:xfrm>
              <a:off x="2335530" y="4473173"/>
              <a:ext cx="343914" cy="492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25" name="Группа 24"/>
          <p:cNvGrpSpPr/>
          <p:nvPr/>
        </p:nvGrpSpPr>
        <p:grpSpPr>
          <a:xfrm>
            <a:off x="3091671" y="4541644"/>
            <a:ext cx="1737360" cy="49297"/>
            <a:chOff x="942085" y="4473173"/>
            <a:chExt cx="1737360" cy="49297"/>
          </a:xfrm>
          <a:solidFill>
            <a:schemeClr val="bg1"/>
          </a:solidFill>
        </p:grpSpPr>
        <p:sp>
          <p:nvSpPr>
            <p:cNvPr id="26" name="Прямоугольник 25"/>
            <p:cNvSpPr/>
            <p:nvPr/>
          </p:nvSpPr>
          <p:spPr>
            <a:xfrm>
              <a:off x="942085" y="4473174"/>
              <a:ext cx="1737360" cy="4929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/>
            <p:cNvSpPr/>
            <p:nvPr/>
          </p:nvSpPr>
          <p:spPr>
            <a:xfrm>
              <a:off x="1358265" y="4473173"/>
              <a:ext cx="1321180" cy="492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/>
            <p:cNvSpPr/>
            <p:nvPr/>
          </p:nvSpPr>
          <p:spPr>
            <a:xfrm>
              <a:off x="1741170" y="4473173"/>
              <a:ext cx="938275" cy="492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/>
            <p:cNvSpPr/>
            <p:nvPr/>
          </p:nvSpPr>
          <p:spPr>
            <a:xfrm>
              <a:off x="2057400" y="4473173"/>
              <a:ext cx="622044" cy="492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/>
            <p:cNvSpPr/>
            <p:nvPr/>
          </p:nvSpPr>
          <p:spPr>
            <a:xfrm>
              <a:off x="2335530" y="4473173"/>
              <a:ext cx="343914" cy="492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1" name="Группа 30"/>
          <p:cNvGrpSpPr/>
          <p:nvPr/>
        </p:nvGrpSpPr>
        <p:grpSpPr>
          <a:xfrm>
            <a:off x="5300205" y="4541644"/>
            <a:ext cx="1737360" cy="49297"/>
            <a:chOff x="942085" y="4473173"/>
            <a:chExt cx="1737360" cy="49297"/>
          </a:xfrm>
          <a:solidFill>
            <a:schemeClr val="bg1"/>
          </a:solidFill>
        </p:grpSpPr>
        <p:sp>
          <p:nvSpPr>
            <p:cNvPr id="32" name="Прямоугольник 31"/>
            <p:cNvSpPr/>
            <p:nvPr/>
          </p:nvSpPr>
          <p:spPr>
            <a:xfrm>
              <a:off x="942085" y="4473174"/>
              <a:ext cx="1737360" cy="4929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Прямоугольник 32"/>
            <p:cNvSpPr/>
            <p:nvPr/>
          </p:nvSpPr>
          <p:spPr>
            <a:xfrm>
              <a:off x="1358265" y="4473173"/>
              <a:ext cx="1321180" cy="492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Прямоугольник 33"/>
            <p:cNvSpPr/>
            <p:nvPr/>
          </p:nvSpPr>
          <p:spPr>
            <a:xfrm>
              <a:off x="1741170" y="4473173"/>
              <a:ext cx="938275" cy="492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Прямоугольник 34"/>
            <p:cNvSpPr/>
            <p:nvPr/>
          </p:nvSpPr>
          <p:spPr>
            <a:xfrm>
              <a:off x="2057400" y="4473173"/>
              <a:ext cx="622044" cy="492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/>
            <p:cNvSpPr/>
            <p:nvPr/>
          </p:nvSpPr>
          <p:spPr>
            <a:xfrm>
              <a:off x="2335530" y="4473173"/>
              <a:ext cx="343914" cy="492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7" name="Группа 36"/>
          <p:cNvGrpSpPr/>
          <p:nvPr/>
        </p:nvGrpSpPr>
        <p:grpSpPr>
          <a:xfrm>
            <a:off x="7508739" y="4541644"/>
            <a:ext cx="1737360" cy="49297"/>
            <a:chOff x="942085" y="4473173"/>
            <a:chExt cx="1737360" cy="49297"/>
          </a:xfrm>
          <a:solidFill>
            <a:schemeClr val="bg1"/>
          </a:solidFill>
        </p:grpSpPr>
        <p:sp>
          <p:nvSpPr>
            <p:cNvPr id="38" name="Прямоугольник 37"/>
            <p:cNvSpPr/>
            <p:nvPr/>
          </p:nvSpPr>
          <p:spPr>
            <a:xfrm>
              <a:off x="942085" y="4473174"/>
              <a:ext cx="1737360" cy="4929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/>
            <p:cNvSpPr/>
            <p:nvPr/>
          </p:nvSpPr>
          <p:spPr>
            <a:xfrm>
              <a:off x="1358265" y="4473173"/>
              <a:ext cx="1321180" cy="492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/>
            <p:cNvSpPr/>
            <p:nvPr/>
          </p:nvSpPr>
          <p:spPr>
            <a:xfrm>
              <a:off x="1741170" y="4473173"/>
              <a:ext cx="938275" cy="492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/>
            <p:cNvSpPr/>
            <p:nvPr/>
          </p:nvSpPr>
          <p:spPr>
            <a:xfrm>
              <a:off x="2057400" y="4473173"/>
              <a:ext cx="622044" cy="492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/>
            <p:cNvSpPr/>
            <p:nvPr/>
          </p:nvSpPr>
          <p:spPr>
            <a:xfrm>
              <a:off x="2335530" y="4473173"/>
              <a:ext cx="343914" cy="492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3" name="Группа 42"/>
          <p:cNvGrpSpPr/>
          <p:nvPr/>
        </p:nvGrpSpPr>
        <p:grpSpPr>
          <a:xfrm>
            <a:off x="9717273" y="4541644"/>
            <a:ext cx="1737360" cy="49297"/>
            <a:chOff x="942085" y="4473173"/>
            <a:chExt cx="1737360" cy="49297"/>
          </a:xfrm>
          <a:solidFill>
            <a:schemeClr val="bg1"/>
          </a:solidFill>
        </p:grpSpPr>
        <p:sp>
          <p:nvSpPr>
            <p:cNvPr id="44" name="Прямоугольник 43"/>
            <p:cNvSpPr/>
            <p:nvPr/>
          </p:nvSpPr>
          <p:spPr>
            <a:xfrm>
              <a:off x="942085" y="4473174"/>
              <a:ext cx="1737360" cy="4929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 44"/>
            <p:cNvSpPr/>
            <p:nvPr/>
          </p:nvSpPr>
          <p:spPr>
            <a:xfrm>
              <a:off x="1358265" y="4473173"/>
              <a:ext cx="1321180" cy="492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 45"/>
            <p:cNvSpPr/>
            <p:nvPr/>
          </p:nvSpPr>
          <p:spPr>
            <a:xfrm>
              <a:off x="1741170" y="4473173"/>
              <a:ext cx="938275" cy="492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 46"/>
            <p:cNvSpPr/>
            <p:nvPr/>
          </p:nvSpPr>
          <p:spPr>
            <a:xfrm>
              <a:off x="2057400" y="4473173"/>
              <a:ext cx="622044" cy="492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/>
            <p:cNvSpPr/>
            <p:nvPr/>
          </p:nvSpPr>
          <p:spPr>
            <a:xfrm>
              <a:off x="2335530" y="4473173"/>
              <a:ext cx="343914" cy="492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32AF441C-2C5F-A1EC-819C-CDB69F2845C2}"/>
              </a:ext>
            </a:extLst>
          </p:cNvPr>
          <p:cNvSpPr txBox="1"/>
          <p:nvPr/>
        </p:nvSpPr>
        <p:spPr>
          <a:xfrm>
            <a:off x="906413" y="346644"/>
            <a:ext cx="5006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solidFill>
                  <a:schemeClr val="bg1"/>
                </a:solidFill>
                <a:latin typeface="Bahnschrift SemiBold Condensed" panose="020B0502040204020203" pitchFamily="34" charset="0"/>
                <a:ea typeface="Yu Gothic UI Semilight" panose="020B0400000000000000" pitchFamily="34" charset="-128"/>
              </a:rPr>
              <a:t>Команда</a:t>
            </a: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C25BC126-03A3-F2D5-4041-EC5191877C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2800" y="1883664"/>
            <a:ext cx="1753691" cy="2520931"/>
          </a:xfrm>
          <a:prstGeom prst="rect">
            <a:avLst/>
          </a:prstGeom>
        </p:spPr>
      </p:pic>
      <p:pic>
        <p:nvPicPr>
          <p:cNvPr id="59" name="Рисунок 58" descr="Изображение выглядит как человек, в помещении, Человеческое лицо, одеж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45FCDB2-776F-9BD6-DC7F-8DCDB6EA06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4680" t="32018" r="15608" b="25803"/>
          <a:stretch>
            <a:fillRect/>
          </a:stretch>
        </p:blipFill>
        <p:spPr>
          <a:xfrm>
            <a:off x="9626357" y="1883664"/>
            <a:ext cx="1781199" cy="2517709"/>
          </a:xfrm>
          <a:prstGeom prst="rect">
            <a:avLst/>
          </a:prstGeom>
        </p:spPr>
      </p:pic>
      <p:pic>
        <p:nvPicPr>
          <p:cNvPr id="61" name="Рисунок 60" descr="Изображение выглядит как человек, книга, книжный шкаф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2377D94-4E82-5898-1078-23BEE0E410DE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rcRect t="11736" b="22867"/>
          <a:stretch>
            <a:fillRect/>
          </a:stretch>
        </p:blipFill>
        <p:spPr>
          <a:xfrm>
            <a:off x="7474055" y="1880991"/>
            <a:ext cx="1753691" cy="252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972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8BCCA1-A2B5-44A6-AFBF-752BB9D12304}"/>
              </a:ext>
            </a:extLst>
          </p:cNvPr>
          <p:cNvSpPr txBox="1"/>
          <p:nvPr/>
        </p:nvSpPr>
        <p:spPr>
          <a:xfrm>
            <a:off x="797698" y="2622118"/>
            <a:ext cx="5006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solidFill>
                  <a:srgbClr val="1D7EA0"/>
                </a:solidFill>
                <a:latin typeface="Bahnschrift SemiBold Condensed" panose="020B0502040204020203" pitchFamily="34" charset="0"/>
                <a:ea typeface="Yu Gothic UI Semilight" panose="020B0400000000000000" pitchFamily="34" charset="-128"/>
              </a:rPr>
              <a:t>Введение</a:t>
            </a:r>
          </a:p>
        </p:txBody>
      </p: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D69472BA-AAE3-49BB-A5C4-CCD293F10C06}"/>
              </a:ext>
            </a:extLst>
          </p:cNvPr>
          <p:cNvGrpSpPr/>
          <p:nvPr/>
        </p:nvGrpSpPr>
        <p:grpSpPr>
          <a:xfrm>
            <a:off x="6063444" y="2391965"/>
            <a:ext cx="1997758" cy="1309219"/>
            <a:chOff x="5298859" y="1309071"/>
            <a:chExt cx="1997758" cy="1372045"/>
          </a:xfrm>
        </p:grpSpPr>
        <p:sp>
          <p:nvSpPr>
            <p:cNvPr id="28" name="Прямоугольник: скругленные углы 27">
              <a:extLst>
                <a:ext uri="{FF2B5EF4-FFF2-40B4-BE49-F238E27FC236}">
                  <a16:creationId xmlns:a16="http://schemas.microsoft.com/office/drawing/2014/main" id="{A3964E6E-21FB-4961-B743-EF79496F6F5E}"/>
                </a:ext>
              </a:extLst>
            </p:cNvPr>
            <p:cNvSpPr/>
            <p:nvPr/>
          </p:nvSpPr>
          <p:spPr>
            <a:xfrm>
              <a:off x="5309720" y="1309071"/>
              <a:ext cx="1986897" cy="1372045"/>
            </a:xfrm>
            <a:prstGeom prst="roundRect">
              <a:avLst>
                <a:gd name="adj" fmla="val 14327"/>
              </a:avLst>
            </a:prstGeom>
            <a:solidFill>
              <a:srgbClr val="FFFFFF"/>
            </a:solidFill>
            <a:ln>
              <a:noFill/>
            </a:ln>
            <a:effectLst>
              <a:outerShdw blurRad="139700" sx="103000" sy="103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233039D-B37D-4CDB-8625-49E352485358}"/>
                </a:ext>
              </a:extLst>
            </p:cNvPr>
            <p:cNvSpPr txBox="1"/>
            <p:nvPr/>
          </p:nvSpPr>
          <p:spPr>
            <a:xfrm>
              <a:off x="5550230" y="1354431"/>
              <a:ext cx="14841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>
                  <a:solidFill>
                    <a:srgbClr val="27A9D7"/>
                  </a:solidFill>
                  <a:latin typeface="Bahnschrift SemiBold Condensed" panose="020B0502040204020203" pitchFamily="34" charset="0"/>
                  <a:ea typeface="Yu Gothic UI Semilight" panose="020B0400000000000000" pitchFamily="34" charset="-128"/>
                </a:rPr>
                <a:t>Вычислительный движок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4BA421F-8145-4AE8-9388-8CEB4CBAB64A}"/>
                </a:ext>
              </a:extLst>
            </p:cNvPr>
            <p:cNvSpPr txBox="1"/>
            <p:nvPr/>
          </p:nvSpPr>
          <p:spPr>
            <a:xfrm>
              <a:off x="5298859" y="2006028"/>
              <a:ext cx="1986898" cy="548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Фиксированный набор правил</a:t>
              </a:r>
            </a:p>
          </p:txBody>
        </p:sp>
      </p:grp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B899420E-6E15-41EE-BD0F-60813CB95CA1}"/>
              </a:ext>
            </a:extLst>
          </p:cNvPr>
          <p:cNvGrpSpPr/>
          <p:nvPr/>
        </p:nvGrpSpPr>
        <p:grpSpPr>
          <a:xfrm>
            <a:off x="6074305" y="4176301"/>
            <a:ext cx="1986897" cy="1202149"/>
            <a:chOff x="5309720" y="3796495"/>
            <a:chExt cx="1986897" cy="1309218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A077795B-C8E1-42D3-B1C7-FC6DB5111B4D}"/>
                </a:ext>
              </a:extLst>
            </p:cNvPr>
            <p:cNvSpPr/>
            <p:nvPr/>
          </p:nvSpPr>
          <p:spPr>
            <a:xfrm>
              <a:off x="5309720" y="3796495"/>
              <a:ext cx="1986897" cy="1309218"/>
            </a:xfrm>
            <a:prstGeom prst="roundRect">
              <a:avLst>
                <a:gd name="adj" fmla="val 14327"/>
              </a:avLst>
            </a:prstGeom>
            <a:solidFill>
              <a:srgbClr val="FFFFFF"/>
            </a:solidFill>
            <a:ln>
              <a:noFill/>
            </a:ln>
            <a:effectLst>
              <a:outerShdw blurRad="139700" sx="103000" sy="103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31E0501-B44C-4730-A031-D7B2E207B564}"/>
                </a:ext>
              </a:extLst>
            </p:cNvPr>
            <p:cNvSpPr txBox="1"/>
            <p:nvPr/>
          </p:nvSpPr>
          <p:spPr>
            <a:xfrm>
              <a:off x="5561089" y="3882900"/>
              <a:ext cx="14841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>
                  <a:solidFill>
                    <a:srgbClr val="27A9D7"/>
                  </a:solidFill>
                  <a:latin typeface="Bahnschrift SemiBold Condensed" panose="020B0502040204020203" pitchFamily="34" charset="0"/>
                  <a:ea typeface="Yu Gothic UI Semilight" panose="020B0400000000000000" pitchFamily="34" charset="-128"/>
                </a:rPr>
                <a:t>Конкретная мат. система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883D8B8-A1A1-4942-9EF1-EBB1EBF790F7}"/>
                </a:ext>
              </a:extLst>
            </p:cNvPr>
            <p:cNvSpPr txBox="1"/>
            <p:nvPr/>
          </p:nvSpPr>
          <p:spPr>
            <a:xfrm>
              <a:off x="5471317" y="4642318"/>
              <a:ext cx="16891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Неизменяемая</a:t>
              </a:r>
            </a:p>
          </p:txBody>
        </p:sp>
      </p:grp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522B4DA9-2024-4111-8D53-E0264E25CE36}"/>
              </a:ext>
            </a:extLst>
          </p:cNvPr>
          <p:cNvGrpSpPr/>
          <p:nvPr/>
        </p:nvGrpSpPr>
        <p:grpSpPr>
          <a:xfrm>
            <a:off x="9004214" y="2364894"/>
            <a:ext cx="1986897" cy="1384227"/>
            <a:chOff x="7596745" y="1902740"/>
            <a:chExt cx="1986897" cy="1384227"/>
          </a:xfrm>
        </p:grpSpPr>
        <p:sp>
          <p:nvSpPr>
            <p:cNvPr id="29" name="Прямоугольник: скругленные углы 28">
              <a:extLst>
                <a:ext uri="{FF2B5EF4-FFF2-40B4-BE49-F238E27FC236}">
                  <a16:creationId xmlns:a16="http://schemas.microsoft.com/office/drawing/2014/main" id="{8FBDCCE4-80C8-480B-8844-709BA93B4A8E}"/>
                </a:ext>
              </a:extLst>
            </p:cNvPr>
            <p:cNvSpPr/>
            <p:nvPr/>
          </p:nvSpPr>
          <p:spPr>
            <a:xfrm>
              <a:off x="7596745" y="1902740"/>
              <a:ext cx="1986897" cy="1384227"/>
            </a:xfrm>
            <a:prstGeom prst="roundRect">
              <a:avLst>
                <a:gd name="adj" fmla="val 14327"/>
              </a:avLst>
            </a:prstGeom>
            <a:solidFill>
              <a:srgbClr val="2399C3"/>
            </a:solidFill>
            <a:ln>
              <a:noFill/>
            </a:ln>
            <a:effectLst>
              <a:outerShdw blurRad="139700" sx="103000" sy="103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71A180D-B998-4D74-89AF-C75C96B61832}"/>
                </a:ext>
              </a:extLst>
            </p:cNvPr>
            <p:cNvSpPr txBox="1"/>
            <p:nvPr/>
          </p:nvSpPr>
          <p:spPr>
            <a:xfrm>
              <a:off x="7834106" y="1921452"/>
              <a:ext cx="14841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ahnschrift SemiBold Condensed" panose="020B0502040204020203" pitchFamily="34" charset="0"/>
                  <a:ea typeface="Yu Gothic UI Semilight" panose="020B0400000000000000" pitchFamily="34" charset="-128"/>
                  <a:cs typeface="+mn-cs"/>
                </a:rPr>
                <a:t>Вычислительный движок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C27FDE0-4134-4F77-AD92-3890C0134F86}"/>
                </a:ext>
              </a:extLst>
            </p:cNvPr>
            <p:cNvSpPr txBox="1"/>
            <p:nvPr/>
          </p:nvSpPr>
          <p:spPr>
            <a:xfrm>
              <a:off x="7777050" y="2548303"/>
              <a:ext cx="162628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FFFFFF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Универсальный для любых правил</a:t>
              </a:r>
            </a:p>
          </p:txBody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5C932FC6-825F-46F0-A5F3-59011628C95B}"/>
              </a:ext>
            </a:extLst>
          </p:cNvPr>
          <p:cNvGrpSpPr/>
          <p:nvPr/>
        </p:nvGrpSpPr>
        <p:grpSpPr>
          <a:xfrm>
            <a:off x="9004214" y="4176300"/>
            <a:ext cx="1986897" cy="1202149"/>
            <a:chOff x="7596745" y="4378315"/>
            <a:chExt cx="1986897" cy="1152155"/>
          </a:xfrm>
        </p:grpSpPr>
        <p:sp>
          <p:nvSpPr>
            <p:cNvPr id="31" name="Прямоугольник: скругленные углы 30">
              <a:extLst>
                <a:ext uri="{FF2B5EF4-FFF2-40B4-BE49-F238E27FC236}">
                  <a16:creationId xmlns:a16="http://schemas.microsoft.com/office/drawing/2014/main" id="{0BFB88C8-4819-458B-8E5D-4ABDD630D481}"/>
                </a:ext>
              </a:extLst>
            </p:cNvPr>
            <p:cNvSpPr/>
            <p:nvPr/>
          </p:nvSpPr>
          <p:spPr>
            <a:xfrm>
              <a:off x="7596745" y="4378315"/>
              <a:ext cx="1986897" cy="1152155"/>
            </a:xfrm>
            <a:prstGeom prst="roundRect">
              <a:avLst>
                <a:gd name="adj" fmla="val 14327"/>
              </a:avLst>
            </a:prstGeom>
            <a:solidFill>
              <a:srgbClr val="2399C3"/>
            </a:solidFill>
            <a:ln>
              <a:noFill/>
            </a:ln>
            <a:effectLst>
              <a:outerShdw blurRad="139700" sx="103000" sy="103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19BD769-7187-4D44-8A31-D5C7C06DB425}"/>
                </a:ext>
              </a:extLst>
            </p:cNvPr>
            <p:cNvSpPr txBox="1"/>
            <p:nvPr/>
          </p:nvSpPr>
          <p:spPr>
            <a:xfrm>
              <a:off x="7848113" y="4520002"/>
              <a:ext cx="148415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>
                  <a:solidFill>
                    <a:srgbClr val="FFFFFF"/>
                  </a:solidFill>
                  <a:latin typeface="Bahnschrift SemiBold Condensed" panose="020B0502040204020203" pitchFamily="34" charset="0"/>
                  <a:ea typeface="Yu Gothic UI Semilight" panose="020B0400000000000000" pitchFamily="34" charset="-128"/>
                </a:rPr>
                <a:t>Любая система, созданная пользователем</a:t>
              </a:r>
              <a:endParaRPr lang="ru-RU" sz="1600" dirty="0">
                <a:solidFill>
                  <a:srgbClr val="FFFFFF"/>
                </a:solidFill>
                <a:latin typeface="Bahnschrift SemiBold Condensed" panose="020B0502040204020203" pitchFamily="34" charset="0"/>
                <a:ea typeface="Yu Gothic UI Semilight" panose="020B0400000000000000" pitchFamily="34" charset="-128"/>
              </a:endParaRPr>
            </a:p>
          </p:txBody>
        </p:sp>
      </p:grpSp>
      <p:sp>
        <p:nvSpPr>
          <p:cNvPr id="45" name="Полилиния: фигура 44">
            <a:extLst>
              <a:ext uri="{FF2B5EF4-FFF2-40B4-BE49-F238E27FC236}">
                <a16:creationId xmlns:a16="http://schemas.microsoft.com/office/drawing/2014/main" id="{82D0F028-90D3-424E-8900-E3BA0B528319}"/>
              </a:ext>
            </a:extLst>
          </p:cNvPr>
          <p:cNvSpPr/>
          <p:nvPr/>
        </p:nvSpPr>
        <p:spPr>
          <a:xfrm flipH="1">
            <a:off x="11344968" y="294209"/>
            <a:ext cx="651046" cy="656863"/>
          </a:xfrm>
          <a:custGeom>
            <a:avLst/>
            <a:gdLst>
              <a:gd name="connsiteX0" fmla="*/ 35652 w 651046"/>
              <a:gd name="connsiteY0" fmla="*/ 591155 h 656863"/>
              <a:gd name="connsiteX1" fmla="*/ 2798 w 651046"/>
              <a:gd name="connsiteY1" fmla="*/ 624009 h 656863"/>
              <a:gd name="connsiteX2" fmla="*/ 35652 w 651046"/>
              <a:gd name="connsiteY2" fmla="*/ 656863 h 656863"/>
              <a:gd name="connsiteX3" fmla="*/ 68506 w 651046"/>
              <a:gd name="connsiteY3" fmla="*/ 624009 h 656863"/>
              <a:gd name="connsiteX4" fmla="*/ 35652 w 651046"/>
              <a:gd name="connsiteY4" fmla="*/ 591155 h 656863"/>
              <a:gd name="connsiteX5" fmla="*/ 35652 w 651046"/>
              <a:gd name="connsiteY5" fmla="*/ 442682 h 656863"/>
              <a:gd name="connsiteX6" fmla="*/ 2798 w 651046"/>
              <a:gd name="connsiteY6" fmla="*/ 475536 h 656863"/>
              <a:gd name="connsiteX7" fmla="*/ 35652 w 651046"/>
              <a:gd name="connsiteY7" fmla="*/ 508390 h 656863"/>
              <a:gd name="connsiteX8" fmla="*/ 68506 w 651046"/>
              <a:gd name="connsiteY8" fmla="*/ 475536 h 656863"/>
              <a:gd name="connsiteX9" fmla="*/ 35652 w 651046"/>
              <a:gd name="connsiteY9" fmla="*/ 442682 h 656863"/>
              <a:gd name="connsiteX10" fmla="*/ 175255 w 651046"/>
              <a:gd name="connsiteY10" fmla="*/ 442682 h 656863"/>
              <a:gd name="connsiteX11" fmla="*/ 142401 w 651046"/>
              <a:gd name="connsiteY11" fmla="*/ 475536 h 656863"/>
              <a:gd name="connsiteX12" fmla="*/ 175255 w 651046"/>
              <a:gd name="connsiteY12" fmla="*/ 508390 h 656863"/>
              <a:gd name="connsiteX13" fmla="*/ 208109 w 651046"/>
              <a:gd name="connsiteY13" fmla="*/ 475536 h 656863"/>
              <a:gd name="connsiteX14" fmla="*/ 175255 w 651046"/>
              <a:gd name="connsiteY14" fmla="*/ 442682 h 656863"/>
              <a:gd name="connsiteX15" fmla="*/ 35652 w 651046"/>
              <a:gd name="connsiteY15" fmla="*/ 294209 h 656863"/>
              <a:gd name="connsiteX16" fmla="*/ 2798 w 651046"/>
              <a:gd name="connsiteY16" fmla="*/ 327063 h 656863"/>
              <a:gd name="connsiteX17" fmla="*/ 35652 w 651046"/>
              <a:gd name="connsiteY17" fmla="*/ 359917 h 656863"/>
              <a:gd name="connsiteX18" fmla="*/ 68506 w 651046"/>
              <a:gd name="connsiteY18" fmla="*/ 327063 h 656863"/>
              <a:gd name="connsiteX19" fmla="*/ 35652 w 651046"/>
              <a:gd name="connsiteY19" fmla="*/ 294209 h 656863"/>
              <a:gd name="connsiteX20" fmla="*/ 175255 w 651046"/>
              <a:gd name="connsiteY20" fmla="*/ 294208 h 656863"/>
              <a:gd name="connsiteX21" fmla="*/ 142401 w 651046"/>
              <a:gd name="connsiteY21" fmla="*/ 327062 h 656863"/>
              <a:gd name="connsiteX22" fmla="*/ 175255 w 651046"/>
              <a:gd name="connsiteY22" fmla="*/ 359916 h 656863"/>
              <a:gd name="connsiteX23" fmla="*/ 208109 w 651046"/>
              <a:gd name="connsiteY23" fmla="*/ 327062 h 656863"/>
              <a:gd name="connsiteX24" fmla="*/ 175255 w 651046"/>
              <a:gd name="connsiteY24" fmla="*/ 294208 h 656863"/>
              <a:gd name="connsiteX25" fmla="*/ 35652 w 651046"/>
              <a:gd name="connsiteY25" fmla="*/ 148473 h 656863"/>
              <a:gd name="connsiteX26" fmla="*/ 2798 w 651046"/>
              <a:gd name="connsiteY26" fmla="*/ 181327 h 656863"/>
              <a:gd name="connsiteX27" fmla="*/ 35652 w 651046"/>
              <a:gd name="connsiteY27" fmla="*/ 214181 h 656863"/>
              <a:gd name="connsiteX28" fmla="*/ 68506 w 651046"/>
              <a:gd name="connsiteY28" fmla="*/ 181327 h 656863"/>
              <a:gd name="connsiteX29" fmla="*/ 35652 w 651046"/>
              <a:gd name="connsiteY29" fmla="*/ 148473 h 656863"/>
              <a:gd name="connsiteX30" fmla="*/ 175254 w 651046"/>
              <a:gd name="connsiteY30" fmla="*/ 148472 h 656863"/>
              <a:gd name="connsiteX31" fmla="*/ 142400 w 651046"/>
              <a:gd name="connsiteY31" fmla="*/ 181326 h 656863"/>
              <a:gd name="connsiteX32" fmla="*/ 175254 w 651046"/>
              <a:gd name="connsiteY32" fmla="*/ 214180 h 656863"/>
              <a:gd name="connsiteX33" fmla="*/ 208108 w 651046"/>
              <a:gd name="connsiteY33" fmla="*/ 181326 h 656863"/>
              <a:gd name="connsiteX34" fmla="*/ 175254 w 651046"/>
              <a:gd name="connsiteY34" fmla="*/ 148472 h 656863"/>
              <a:gd name="connsiteX35" fmla="*/ 325698 w 651046"/>
              <a:gd name="connsiteY35" fmla="*/ 148471 h 656863"/>
              <a:gd name="connsiteX36" fmla="*/ 292844 w 651046"/>
              <a:gd name="connsiteY36" fmla="*/ 181325 h 656863"/>
              <a:gd name="connsiteX37" fmla="*/ 325698 w 651046"/>
              <a:gd name="connsiteY37" fmla="*/ 214179 h 656863"/>
              <a:gd name="connsiteX38" fmla="*/ 358552 w 651046"/>
              <a:gd name="connsiteY38" fmla="*/ 181325 h 656863"/>
              <a:gd name="connsiteX39" fmla="*/ 325698 w 651046"/>
              <a:gd name="connsiteY39" fmla="*/ 148471 h 656863"/>
              <a:gd name="connsiteX40" fmla="*/ 476142 w 651046"/>
              <a:gd name="connsiteY40" fmla="*/ 148471 h 656863"/>
              <a:gd name="connsiteX41" fmla="*/ 443288 w 651046"/>
              <a:gd name="connsiteY41" fmla="*/ 181325 h 656863"/>
              <a:gd name="connsiteX42" fmla="*/ 476142 w 651046"/>
              <a:gd name="connsiteY42" fmla="*/ 214179 h 656863"/>
              <a:gd name="connsiteX43" fmla="*/ 508996 w 651046"/>
              <a:gd name="connsiteY43" fmla="*/ 181325 h 656863"/>
              <a:gd name="connsiteX44" fmla="*/ 476142 w 651046"/>
              <a:gd name="connsiteY44" fmla="*/ 148471 h 656863"/>
              <a:gd name="connsiteX45" fmla="*/ 470546 w 651046"/>
              <a:gd name="connsiteY45" fmla="*/ 2 h 656863"/>
              <a:gd name="connsiteX46" fmla="*/ 437692 w 651046"/>
              <a:gd name="connsiteY46" fmla="*/ 32856 h 656863"/>
              <a:gd name="connsiteX47" fmla="*/ 470546 w 651046"/>
              <a:gd name="connsiteY47" fmla="*/ 65710 h 656863"/>
              <a:gd name="connsiteX48" fmla="*/ 503400 w 651046"/>
              <a:gd name="connsiteY48" fmla="*/ 32856 h 656863"/>
              <a:gd name="connsiteX49" fmla="*/ 470546 w 651046"/>
              <a:gd name="connsiteY49" fmla="*/ 2 h 656863"/>
              <a:gd name="connsiteX50" fmla="*/ 618192 w 651046"/>
              <a:gd name="connsiteY50" fmla="*/ 2 h 656863"/>
              <a:gd name="connsiteX51" fmla="*/ 585338 w 651046"/>
              <a:gd name="connsiteY51" fmla="*/ 32856 h 656863"/>
              <a:gd name="connsiteX52" fmla="*/ 618192 w 651046"/>
              <a:gd name="connsiteY52" fmla="*/ 65710 h 656863"/>
              <a:gd name="connsiteX53" fmla="*/ 651046 w 651046"/>
              <a:gd name="connsiteY53" fmla="*/ 32856 h 656863"/>
              <a:gd name="connsiteX54" fmla="*/ 618192 w 651046"/>
              <a:gd name="connsiteY54" fmla="*/ 2 h 656863"/>
              <a:gd name="connsiteX55" fmla="*/ 175254 w 651046"/>
              <a:gd name="connsiteY55" fmla="*/ 1 h 656863"/>
              <a:gd name="connsiteX56" fmla="*/ 142400 w 651046"/>
              <a:gd name="connsiteY56" fmla="*/ 32855 h 656863"/>
              <a:gd name="connsiteX57" fmla="*/ 175254 w 651046"/>
              <a:gd name="connsiteY57" fmla="*/ 65709 h 656863"/>
              <a:gd name="connsiteX58" fmla="*/ 208108 w 651046"/>
              <a:gd name="connsiteY58" fmla="*/ 32855 h 656863"/>
              <a:gd name="connsiteX59" fmla="*/ 175254 w 651046"/>
              <a:gd name="connsiteY59" fmla="*/ 1 h 656863"/>
              <a:gd name="connsiteX60" fmla="*/ 322900 w 651046"/>
              <a:gd name="connsiteY60" fmla="*/ 1 h 656863"/>
              <a:gd name="connsiteX61" fmla="*/ 290046 w 651046"/>
              <a:gd name="connsiteY61" fmla="*/ 32855 h 656863"/>
              <a:gd name="connsiteX62" fmla="*/ 322900 w 651046"/>
              <a:gd name="connsiteY62" fmla="*/ 65709 h 656863"/>
              <a:gd name="connsiteX63" fmla="*/ 355754 w 651046"/>
              <a:gd name="connsiteY63" fmla="*/ 32855 h 656863"/>
              <a:gd name="connsiteX64" fmla="*/ 322900 w 651046"/>
              <a:gd name="connsiteY64" fmla="*/ 1 h 656863"/>
              <a:gd name="connsiteX65" fmla="*/ 32854 w 651046"/>
              <a:gd name="connsiteY65" fmla="*/ 0 h 656863"/>
              <a:gd name="connsiteX66" fmla="*/ 0 w 651046"/>
              <a:gd name="connsiteY66" fmla="*/ 32854 h 656863"/>
              <a:gd name="connsiteX67" fmla="*/ 32854 w 651046"/>
              <a:gd name="connsiteY67" fmla="*/ 65708 h 656863"/>
              <a:gd name="connsiteX68" fmla="*/ 65708 w 651046"/>
              <a:gd name="connsiteY68" fmla="*/ 32854 h 656863"/>
              <a:gd name="connsiteX69" fmla="*/ 32854 w 651046"/>
              <a:gd name="connsiteY69" fmla="*/ 0 h 65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651046" h="656863">
                <a:moveTo>
                  <a:pt x="35652" y="591155"/>
                </a:moveTo>
                <a:cubicBezTo>
                  <a:pt x="17507" y="591155"/>
                  <a:pt x="2798" y="605864"/>
                  <a:pt x="2798" y="624009"/>
                </a:cubicBezTo>
                <a:cubicBezTo>
                  <a:pt x="2798" y="642154"/>
                  <a:pt x="17507" y="656863"/>
                  <a:pt x="35652" y="656863"/>
                </a:cubicBezTo>
                <a:cubicBezTo>
                  <a:pt x="53797" y="656863"/>
                  <a:pt x="68506" y="642154"/>
                  <a:pt x="68506" y="624009"/>
                </a:cubicBezTo>
                <a:cubicBezTo>
                  <a:pt x="68506" y="605864"/>
                  <a:pt x="53797" y="591155"/>
                  <a:pt x="35652" y="591155"/>
                </a:cubicBezTo>
                <a:close/>
                <a:moveTo>
                  <a:pt x="35652" y="442682"/>
                </a:moveTo>
                <a:cubicBezTo>
                  <a:pt x="17507" y="442682"/>
                  <a:pt x="2798" y="457391"/>
                  <a:pt x="2798" y="475536"/>
                </a:cubicBezTo>
                <a:cubicBezTo>
                  <a:pt x="2798" y="493681"/>
                  <a:pt x="17507" y="508390"/>
                  <a:pt x="35652" y="508390"/>
                </a:cubicBezTo>
                <a:cubicBezTo>
                  <a:pt x="53797" y="508390"/>
                  <a:pt x="68506" y="493681"/>
                  <a:pt x="68506" y="475536"/>
                </a:cubicBezTo>
                <a:cubicBezTo>
                  <a:pt x="68506" y="457391"/>
                  <a:pt x="53797" y="442682"/>
                  <a:pt x="35652" y="442682"/>
                </a:cubicBezTo>
                <a:close/>
                <a:moveTo>
                  <a:pt x="175255" y="442682"/>
                </a:moveTo>
                <a:cubicBezTo>
                  <a:pt x="157110" y="442682"/>
                  <a:pt x="142401" y="457391"/>
                  <a:pt x="142401" y="475536"/>
                </a:cubicBezTo>
                <a:cubicBezTo>
                  <a:pt x="142401" y="493681"/>
                  <a:pt x="157110" y="508390"/>
                  <a:pt x="175255" y="508390"/>
                </a:cubicBezTo>
                <a:cubicBezTo>
                  <a:pt x="193400" y="508390"/>
                  <a:pt x="208109" y="493681"/>
                  <a:pt x="208109" y="475536"/>
                </a:cubicBezTo>
                <a:cubicBezTo>
                  <a:pt x="208109" y="457391"/>
                  <a:pt x="193400" y="442682"/>
                  <a:pt x="175255" y="442682"/>
                </a:cubicBezTo>
                <a:close/>
                <a:moveTo>
                  <a:pt x="35652" y="294209"/>
                </a:moveTo>
                <a:cubicBezTo>
                  <a:pt x="17507" y="294209"/>
                  <a:pt x="2798" y="308918"/>
                  <a:pt x="2798" y="327063"/>
                </a:cubicBezTo>
                <a:cubicBezTo>
                  <a:pt x="2798" y="345208"/>
                  <a:pt x="17507" y="359917"/>
                  <a:pt x="35652" y="359917"/>
                </a:cubicBezTo>
                <a:cubicBezTo>
                  <a:pt x="53797" y="359917"/>
                  <a:pt x="68506" y="345208"/>
                  <a:pt x="68506" y="327063"/>
                </a:cubicBezTo>
                <a:cubicBezTo>
                  <a:pt x="68506" y="308918"/>
                  <a:pt x="53797" y="294209"/>
                  <a:pt x="35652" y="294209"/>
                </a:cubicBezTo>
                <a:close/>
                <a:moveTo>
                  <a:pt x="175255" y="294208"/>
                </a:moveTo>
                <a:cubicBezTo>
                  <a:pt x="157110" y="294208"/>
                  <a:pt x="142401" y="308917"/>
                  <a:pt x="142401" y="327062"/>
                </a:cubicBezTo>
                <a:cubicBezTo>
                  <a:pt x="142401" y="345207"/>
                  <a:pt x="157110" y="359916"/>
                  <a:pt x="175255" y="359916"/>
                </a:cubicBezTo>
                <a:cubicBezTo>
                  <a:pt x="193400" y="359916"/>
                  <a:pt x="208109" y="345207"/>
                  <a:pt x="208109" y="327062"/>
                </a:cubicBezTo>
                <a:cubicBezTo>
                  <a:pt x="208109" y="308917"/>
                  <a:pt x="193400" y="294208"/>
                  <a:pt x="175255" y="294208"/>
                </a:cubicBezTo>
                <a:close/>
                <a:moveTo>
                  <a:pt x="35652" y="148473"/>
                </a:moveTo>
                <a:cubicBezTo>
                  <a:pt x="17507" y="148473"/>
                  <a:pt x="2798" y="163182"/>
                  <a:pt x="2798" y="181327"/>
                </a:cubicBezTo>
                <a:cubicBezTo>
                  <a:pt x="2798" y="199472"/>
                  <a:pt x="17507" y="214181"/>
                  <a:pt x="35652" y="214181"/>
                </a:cubicBezTo>
                <a:cubicBezTo>
                  <a:pt x="53797" y="214181"/>
                  <a:pt x="68506" y="199472"/>
                  <a:pt x="68506" y="181327"/>
                </a:cubicBezTo>
                <a:cubicBezTo>
                  <a:pt x="68506" y="163182"/>
                  <a:pt x="53797" y="148473"/>
                  <a:pt x="35652" y="148473"/>
                </a:cubicBezTo>
                <a:close/>
                <a:moveTo>
                  <a:pt x="175254" y="148472"/>
                </a:moveTo>
                <a:cubicBezTo>
                  <a:pt x="157109" y="148472"/>
                  <a:pt x="142400" y="163181"/>
                  <a:pt x="142400" y="181326"/>
                </a:cubicBezTo>
                <a:cubicBezTo>
                  <a:pt x="142400" y="199471"/>
                  <a:pt x="157109" y="214180"/>
                  <a:pt x="175254" y="214180"/>
                </a:cubicBezTo>
                <a:cubicBezTo>
                  <a:pt x="193399" y="214180"/>
                  <a:pt x="208108" y="199471"/>
                  <a:pt x="208108" y="181326"/>
                </a:cubicBezTo>
                <a:cubicBezTo>
                  <a:pt x="208108" y="163181"/>
                  <a:pt x="193399" y="148472"/>
                  <a:pt x="175254" y="148472"/>
                </a:cubicBezTo>
                <a:close/>
                <a:moveTo>
                  <a:pt x="325698" y="148471"/>
                </a:moveTo>
                <a:cubicBezTo>
                  <a:pt x="307553" y="148471"/>
                  <a:pt x="292844" y="163180"/>
                  <a:pt x="292844" y="181325"/>
                </a:cubicBezTo>
                <a:cubicBezTo>
                  <a:pt x="292844" y="199470"/>
                  <a:pt x="307553" y="214179"/>
                  <a:pt x="325698" y="214179"/>
                </a:cubicBezTo>
                <a:cubicBezTo>
                  <a:pt x="343843" y="214179"/>
                  <a:pt x="358552" y="199470"/>
                  <a:pt x="358552" y="181325"/>
                </a:cubicBezTo>
                <a:cubicBezTo>
                  <a:pt x="358552" y="163180"/>
                  <a:pt x="343843" y="148471"/>
                  <a:pt x="325698" y="148471"/>
                </a:cubicBezTo>
                <a:close/>
                <a:moveTo>
                  <a:pt x="476142" y="148471"/>
                </a:moveTo>
                <a:cubicBezTo>
                  <a:pt x="457997" y="148471"/>
                  <a:pt x="443288" y="163180"/>
                  <a:pt x="443288" y="181325"/>
                </a:cubicBezTo>
                <a:cubicBezTo>
                  <a:pt x="443288" y="199470"/>
                  <a:pt x="457997" y="214179"/>
                  <a:pt x="476142" y="214179"/>
                </a:cubicBezTo>
                <a:cubicBezTo>
                  <a:pt x="494287" y="214179"/>
                  <a:pt x="508996" y="199470"/>
                  <a:pt x="508996" y="181325"/>
                </a:cubicBezTo>
                <a:cubicBezTo>
                  <a:pt x="508996" y="163180"/>
                  <a:pt x="494287" y="148471"/>
                  <a:pt x="476142" y="148471"/>
                </a:cubicBezTo>
                <a:close/>
                <a:moveTo>
                  <a:pt x="470546" y="2"/>
                </a:moveTo>
                <a:cubicBezTo>
                  <a:pt x="452401" y="2"/>
                  <a:pt x="437692" y="14711"/>
                  <a:pt x="437692" y="32856"/>
                </a:cubicBezTo>
                <a:cubicBezTo>
                  <a:pt x="437692" y="51001"/>
                  <a:pt x="452401" y="65710"/>
                  <a:pt x="470546" y="65710"/>
                </a:cubicBezTo>
                <a:cubicBezTo>
                  <a:pt x="488691" y="65710"/>
                  <a:pt x="503400" y="51001"/>
                  <a:pt x="503400" y="32856"/>
                </a:cubicBezTo>
                <a:cubicBezTo>
                  <a:pt x="503400" y="14711"/>
                  <a:pt x="488691" y="2"/>
                  <a:pt x="470546" y="2"/>
                </a:cubicBezTo>
                <a:close/>
                <a:moveTo>
                  <a:pt x="618192" y="2"/>
                </a:moveTo>
                <a:cubicBezTo>
                  <a:pt x="600047" y="2"/>
                  <a:pt x="585338" y="14711"/>
                  <a:pt x="585338" y="32856"/>
                </a:cubicBezTo>
                <a:cubicBezTo>
                  <a:pt x="585338" y="51001"/>
                  <a:pt x="600047" y="65710"/>
                  <a:pt x="618192" y="65710"/>
                </a:cubicBezTo>
                <a:cubicBezTo>
                  <a:pt x="636337" y="65710"/>
                  <a:pt x="651046" y="51001"/>
                  <a:pt x="651046" y="32856"/>
                </a:cubicBezTo>
                <a:cubicBezTo>
                  <a:pt x="651046" y="14711"/>
                  <a:pt x="636337" y="2"/>
                  <a:pt x="618192" y="2"/>
                </a:cubicBezTo>
                <a:close/>
                <a:moveTo>
                  <a:pt x="175254" y="1"/>
                </a:moveTo>
                <a:cubicBezTo>
                  <a:pt x="157109" y="1"/>
                  <a:pt x="142400" y="14710"/>
                  <a:pt x="142400" y="32855"/>
                </a:cubicBezTo>
                <a:cubicBezTo>
                  <a:pt x="142400" y="51000"/>
                  <a:pt x="157109" y="65709"/>
                  <a:pt x="175254" y="65709"/>
                </a:cubicBezTo>
                <a:cubicBezTo>
                  <a:pt x="193399" y="65709"/>
                  <a:pt x="208108" y="51000"/>
                  <a:pt x="208108" y="32855"/>
                </a:cubicBezTo>
                <a:cubicBezTo>
                  <a:pt x="208108" y="14710"/>
                  <a:pt x="193399" y="1"/>
                  <a:pt x="175254" y="1"/>
                </a:cubicBezTo>
                <a:close/>
                <a:moveTo>
                  <a:pt x="322900" y="1"/>
                </a:moveTo>
                <a:cubicBezTo>
                  <a:pt x="304755" y="1"/>
                  <a:pt x="290046" y="14710"/>
                  <a:pt x="290046" y="32855"/>
                </a:cubicBezTo>
                <a:cubicBezTo>
                  <a:pt x="290046" y="51000"/>
                  <a:pt x="304755" y="65709"/>
                  <a:pt x="322900" y="65709"/>
                </a:cubicBezTo>
                <a:cubicBezTo>
                  <a:pt x="341045" y="65709"/>
                  <a:pt x="355754" y="51000"/>
                  <a:pt x="355754" y="32855"/>
                </a:cubicBezTo>
                <a:cubicBezTo>
                  <a:pt x="355754" y="14710"/>
                  <a:pt x="341045" y="1"/>
                  <a:pt x="322900" y="1"/>
                </a:cubicBezTo>
                <a:close/>
                <a:moveTo>
                  <a:pt x="32854" y="0"/>
                </a:moveTo>
                <a:cubicBezTo>
                  <a:pt x="14709" y="0"/>
                  <a:pt x="0" y="14709"/>
                  <a:pt x="0" y="32854"/>
                </a:cubicBezTo>
                <a:cubicBezTo>
                  <a:pt x="0" y="50999"/>
                  <a:pt x="14709" y="65708"/>
                  <a:pt x="32854" y="65708"/>
                </a:cubicBezTo>
                <a:cubicBezTo>
                  <a:pt x="50999" y="65708"/>
                  <a:pt x="65708" y="50999"/>
                  <a:pt x="65708" y="32854"/>
                </a:cubicBezTo>
                <a:cubicBezTo>
                  <a:pt x="65708" y="14709"/>
                  <a:pt x="50999" y="0"/>
                  <a:pt x="3285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C6B843-D430-4A3F-9F8D-61259AC2FBDD}"/>
              </a:ext>
            </a:extLst>
          </p:cNvPr>
          <p:cNvSpPr txBox="1"/>
          <p:nvPr/>
        </p:nvSpPr>
        <p:spPr>
          <a:xfrm>
            <a:off x="797699" y="3798623"/>
            <a:ext cx="403244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Современные системы компьютерной алгебры работают с ограниченным набором математических структур, жёстко зашитых в их архитектуру.</a:t>
            </a:r>
          </a:p>
          <a:p>
            <a:endParaRPr lang="ru-RU" sz="1400" dirty="0">
              <a:latin typeface="Microsoft JhengHei Light" panose="020B0304030504040204" pitchFamily="34" charset="-120"/>
              <a:ea typeface="Microsoft JhengHei Light" panose="020B0304030504040204" pitchFamily="34" charset="-12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Разрабатываемая система позволит конструировать любые конечные алгебраические структуры и выполнять вычисления в созданных системах.</a:t>
            </a:r>
          </a:p>
          <a:p>
            <a:endParaRPr lang="ru-RU" sz="1400" dirty="0">
              <a:solidFill>
                <a:srgbClr val="FFFFFF"/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B439FD1F-2EAC-41A8-A529-F353DB3EFF7F}"/>
              </a:ext>
            </a:extLst>
          </p:cNvPr>
          <p:cNvSpPr/>
          <p:nvPr/>
        </p:nvSpPr>
        <p:spPr>
          <a:xfrm>
            <a:off x="11491616" y="5502321"/>
            <a:ext cx="101104" cy="101104"/>
          </a:xfrm>
          <a:prstGeom prst="roundRect">
            <a:avLst>
              <a:gd name="adj" fmla="val 2506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041EB89B-AAC0-4F6B-946C-8AD592E0F74A}"/>
              </a:ext>
            </a:extLst>
          </p:cNvPr>
          <p:cNvSpPr/>
          <p:nvPr/>
        </p:nvSpPr>
        <p:spPr>
          <a:xfrm>
            <a:off x="11520936" y="3473078"/>
            <a:ext cx="63202" cy="632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" name="Соединитель: уступ 1">
            <a:extLst>
              <a:ext uri="{FF2B5EF4-FFF2-40B4-BE49-F238E27FC236}">
                <a16:creationId xmlns:a16="http://schemas.microsoft.com/office/drawing/2014/main" id="{07F4569B-E3CE-6A46-B465-CBB8E1603978}"/>
              </a:ext>
            </a:extLst>
          </p:cNvPr>
          <p:cNvCxnSpPr>
            <a:cxnSpLocks/>
            <a:stCxn id="28" idx="2"/>
            <a:endCxn id="30" idx="0"/>
          </p:cNvCxnSpPr>
          <p:nvPr/>
        </p:nvCxnSpPr>
        <p:spPr>
          <a:xfrm>
            <a:off x="7067754" y="3701184"/>
            <a:ext cx="0" cy="475117"/>
          </a:xfrm>
          <a:prstGeom prst="straightConnector1">
            <a:avLst/>
          </a:prstGeom>
          <a:ln w="12700">
            <a:solidFill>
              <a:srgbClr val="1D7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Соединитель: уступ 6">
            <a:extLst>
              <a:ext uri="{FF2B5EF4-FFF2-40B4-BE49-F238E27FC236}">
                <a16:creationId xmlns:a16="http://schemas.microsoft.com/office/drawing/2014/main" id="{98591B2B-F5B6-A39A-E44B-12F2A3B09362}"/>
              </a:ext>
            </a:extLst>
          </p:cNvPr>
          <p:cNvCxnSpPr>
            <a:cxnSpLocks/>
            <a:stCxn id="40" idx="2"/>
            <a:endCxn id="31" idx="0"/>
          </p:cNvCxnSpPr>
          <p:nvPr/>
        </p:nvCxnSpPr>
        <p:spPr>
          <a:xfrm>
            <a:off x="9997662" y="3749121"/>
            <a:ext cx="1" cy="427179"/>
          </a:xfrm>
          <a:prstGeom prst="straightConnector1">
            <a:avLst/>
          </a:prstGeom>
          <a:ln w="12700">
            <a:solidFill>
              <a:srgbClr val="1D7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8863183-6E0F-1B9F-3F4B-7EC436ABD03E}"/>
              </a:ext>
            </a:extLst>
          </p:cNvPr>
          <p:cNvSpPr txBox="1"/>
          <p:nvPr/>
        </p:nvSpPr>
        <p:spPr>
          <a:xfrm>
            <a:off x="5547479" y="1340691"/>
            <a:ext cx="30659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Традиционный подход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8BC151-A513-20E1-FD8C-39A7D4B15EB4}"/>
              </a:ext>
            </a:extLst>
          </p:cNvPr>
          <p:cNvSpPr txBox="1"/>
          <p:nvPr/>
        </p:nvSpPr>
        <p:spPr>
          <a:xfrm>
            <a:off x="9049808" y="1339019"/>
            <a:ext cx="1867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Наш</a:t>
            </a:r>
            <a:r>
              <a:rPr lang="en-US" sz="24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</a:t>
            </a:r>
            <a:r>
              <a:rPr lang="ru-RU" sz="24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подход</a:t>
            </a:r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16578C9E-7A90-C13B-3979-25217BE3D50C}"/>
              </a:ext>
            </a:extLst>
          </p:cNvPr>
          <p:cNvSpPr/>
          <p:nvPr/>
        </p:nvSpPr>
        <p:spPr>
          <a:xfrm rot="2556639">
            <a:off x="239068" y="-1156242"/>
            <a:ext cx="2357949" cy="2712290"/>
          </a:xfrm>
          <a:custGeom>
            <a:avLst/>
            <a:gdLst>
              <a:gd name="connsiteX0" fmla="*/ 0 w 2357949"/>
              <a:gd name="connsiteY0" fmla="*/ 2169055 h 2712290"/>
              <a:gd name="connsiteX1" fmla="*/ 2357949 w 2357949"/>
              <a:gd name="connsiteY1" fmla="*/ 0 h 2712290"/>
              <a:gd name="connsiteX2" fmla="*/ 2357949 w 2357949"/>
              <a:gd name="connsiteY2" fmla="*/ 1395473 h 2712290"/>
              <a:gd name="connsiteX3" fmla="*/ 1041132 w 2357949"/>
              <a:gd name="connsiteY3" fmla="*/ 2712290 h 2712290"/>
              <a:gd name="connsiteX4" fmla="*/ 499717 w 2357949"/>
              <a:gd name="connsiteY4" fmla="*/ 2712290 h 2712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7949" h="2712290">
                <a:moveTo>
                  <a:pt x="0" y="2169055"/>
                </a:moveTo>
                <a:lnTo>
                  <a:pt x="2357949" y="0"/>
                </a:lnTo>
                <a:lnTo>
                  <a:pt x="2357949" y="1395473"/>
                </a:lnTo>
                <a:cubicBezTo>
                  <a:pt x="2357949" y="2122731"/>
                  <a:pt x="1768390" y="2712290"/>
                  <a:pt x="1041132" y="2712290"/>
                </a:cubicBezTo>
                <a:lnTo>
                  <a:pt x="499717" y="2712290"/>
                </a:lnTo>
                <a:close/>
              </a:path>
            </a:pathLst>
          </a:custGeom>
          <a:solidFill>
            <a:srgbClr val="27A9D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1005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01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451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ADAE6-2CD0-FCE2-F977-CC2458E30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70A87B-A5DE-4D58-6B10-810A7CD11C49}"/>
              </a:ext>
            </a:extLst>
          </p:cNvPr>
          <p:cNvSpPr txBox="1"/>
          <p:nvPr/>
        </p:nvSpPr>
        <p:spPr>
          <a:xfrm>
            <a:off x="797697" y="2401060"/>
            <a:ext cx="44083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solidFill>
                  <a:srgbClr val="1D7EA0"/>
                </a:solidFill>
                <a:latin typeface="Bahnschrift SemiBold Condensed" panose="020B0502040204020203" pitchFamily="34" charset="0"/>
                <a:ea typeface="Yu Gothic UI Semilight" panose="020B0400000000000000" pitchFamily="34" charset="-128"/>
              </a:rPr>
              <a:t>Концепция</a:t>
            </a:r>
            <a:endParaRPr lang="ru-RU" sz="6000" dirty="0">
              <a:solidFill>
                <a:schemeClr val="bg1"/>
              </a:solidFill>
              <a:latin typeface="Bahnschrift SemiBold Condensed" panose="020B0502040204020203" pitchFamily="34" charset="0"/>
              <a:ea typeface="Yu Gothic UI Semilight" panose="020B0400000000000000" pitchFamily="34" charset="-128"/>
            </a:endParaRPr>
          </a:p>
        </p:txBody>
      </p: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09D85ACA-04A7-110E-63E4-8C3F681A6F8B}"/>
              </a:ext>
            </a:extLst>
          </p:cNvPr>
          <p:cNvGrpSpPr/>
          <p:nvPr/>
        </p:nvGrpSpPr>
        <p:grpSpPr>
          <a:xfrm>
            <a:off x="5622928" y="2452764"/>
            <a:ext cx="2196809" cy="2896258"/>
            <a:chOff x="5309720" y="3796495"/>
            <a:chExt cx="1986897" cy="2896258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A4147A77-FFC8-E7AC-FBB7-1FF54D20D6D1}"/>
                </a:ext>
              </a:extLst>
            </p:cNvPr>
            <p:cNvSpPr/>
            <p:nvPr/>
          </p:nvSpPr>
          <p:spPr>
            <a:xfrm>
              <a:off x="5309720" y="3796495"/>
              <a:ext cx="1986897" cy="2896258"/>
            </a:xfrm>
            <a:prstGeom prst="roundRect">
              <a:avLst>
                <a:gd name="adj" fmla="val 14327"/>
              </a:avLst>
            </a:prstGeom>
            <a:solidFill>
              <a:srgbClr val="FFFFFF"/>
            </a:solidFill>
            <a:ln>
              <a:noFill/>
            </a:ln>
            <a:effectLst>
              <a:outerShdw blurRad="139700" sx="103000" sy="103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339CC72-A05C-913B-34DB-995FEE4A81AD}"/>
                </a:ext>
              </a:extLst>
            </p:cNvPr>
            <p:cNvSpPr txBox="1"/>
            <p:nvPr/>
          </p:nvSpPr>
          <p:spPr>
            <a:xfrm>
              <a:off x="5407770" y="3918029"/>
              <a:ext cx="1784808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ru-RU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Фиксированный набор цифр</a:t>
              </a:r>
              <a:endParaRPr lang="en-US" dirty="0"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  <a:p>
              <a:pPr algn="ctr">
                <a:defRPr/>
              </a:pPr>
              <a:r>
                <a:rPr lang="ru-RU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↓</a:t>
              </a:r>
            </a:p>
            <a:p>
              <a:pPr algn="ctr">
                <a:defRPr/>
              </a:pPr>
              <a:r>
                <a:rPr lang="ru-RU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Калькулятор (только с этим набором)</a:t>
              </a:r>
              <a:endParaRPr lang="en-US" dirty="0"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  <a:p>
              <a:pPr algn="ctr">
                <a:defRPr/>
              </a:pPr>
              <a:r>
                <a:rPr lang="ru-RU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↓</a:t>
              </a:r>
            </a:p>
            <a:p>
              <a:pPr algn="ctr">
                <a:defRPr/>
              </a:pPr>
              <a:r>
                <a:rPr lang="ru-RU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Результат</a:t>
              </a: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: </a:t>
              </a:r>
              <a:r>
                <a:rPr lang="ru-RU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в той же системе</a:t>
              </a:r>
              <a:endParaRPr lang="ru-RU" sz="14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</p:txBody>
        </p:sp>
      </p:grpSp>
      <p:sp>
        <p:nvSpPr>
          <p:cNvPr id="45" name="Полилиния: фигура 44">
            <a:extLst>
              <a:ext uri="{FF2B5EF4-FFF2-40B4-BE49-F238E27FC236}">
                <a16:creationId xmlns:a16="http://schemas.microsoft.com/office/drawing/2014/main" id="{D396B94B-8F99-EA76-4FDA-18BA1B0B97D8}"/>
              </a:ext>
            </a:extLst>
          </p:cNvPr>
          <p:cNvSpPr/>
          <p:nvPr/>
        </p:nvSpPr>
        <p:spPr>
          <a:xfrm flipH="1">
            <a:off x="11344968" y="294209"/>
            <a:ext cx="651046" cy="656863"/>
          </a:xfrm>
          <a:custGeom>
            <a:avLst/>
            <a:gdLst>
              <a:gd name="connsiteX0" fmla="*/ 35652 w 651046"/>
              <a:gd name="connsiteY0" fmla="*/ 591155 h 656863"/>
              <a:gd name="connsiteX1" fmla="*/ 2798 w 651046"/>
              <a:gd name="connsiteY1" fmla="*/ 624009 h 656863"/>
              <a:gd name="connsiteX2" fmla="*/ 35652 w 651046"/>
              <a:gd name="connsiteY2" fmla="*/ 656863 h 656863"/>
              <a:gd name="connsiteX3" fmla="*/ 68506 w 651046"/>
              <a:gd name="connsiteY3" fmla="*/ 624009 h 656863"/>
              <a:gd name="connsiteX4" fmla="*/ 35652 w 651046"/>
              <a:gd name="connsiteY4" fmla="*/ 591155 h 656863"/>
              <a:gd name="connsiteX5" fmla="*/ 35652 w 651046"/>
              <a:gd name="connsiteY5" fmla="*/ 442682 h 656863"/>
              <a:gd name="connsiteX6" fmla="*/ 2798 w 651046"/>
              <a:gd name="connsiteY6" fmla="*/ 475536 h 656863"/>
              <a:gd name="connsiteX7" fmla="*/ 35652 w 651046"/>
              <a:gd name="connsiteY7" fmla="*/ 508390 h 656863"/>
              <a:gd name="connsiteX8" fmla="*/ 68506 w 651046"/>
              <a:gd name="connsiteY8" fmla="*/ 475536 h 656863"/>
              <a:gd name="connsiteX9" fmla="*/ 35652 w 651046"/>
              <a:gd name="connsiteY9" fmla="*/ 442682 h 656863"/>
              <a:gd name="connsiteX10" fmla="*/ 175255 w 651046"/>
              <a:gd name="connsiteY10" fmla="*/ 442682 h 656863"/>
              <a:gd name="connsiteX11" fmla="*/ 142401 w 651046"/>
              <a:gd name="connsiteY11" fmla="*/ 475536 h 656863"/>
              <a:gd name="connsiteX12" fmla="*/ 175255 w 651046"/>
              <a:gd name="connsiteY12" fmla="*/ 508390 h 656863"/>
              <a:gd name="connsiteX13" fmla="*/ 208109 w 651046"/>
              <a:gd name="connsiteY13" fmla="*/ 475536 h 656863"/>
              <a:gd name="connsiteX14" fmla="*/ 175255 w 651046"/>
              <a:gd name="connsiteY14" fmla="*/ 442682 h 656863"/>
              <a:gd name="connsiteX15" fmla="*/ 35652 w 651046"/>
              <a:gd name="connsiteY15" fmla="*/ 294209 h 656863"/>
              <a:gd name="connsiteX16" fmla="*/ 2798 w 651046"/>
              <a:gd name="connsiteY16" fmla="*/ 327063 h 656863"/>
              <a:gd name="connsiteX17" fmla="*/ 35652 w 651046"/>
              <a:gd name="connsiteY17" fmla="*/ 359917 h 656863"/>
              <a:gd name="connsiteX18" fmla="*/ 68506 w 651046"/>
              <a:gd name="connsiteY18" fmla="*/ 327063 h 656863"/>
              <a:gd name="connsiteX19" fmla="*/ 35652 w 651046"/>
              <a:gd name="connsiteY19" fmla="*/ 294209 h 656863"/>
              <a:gd name="connsiteX20" fmla="*/ 175255 w 651046"/>
              <a:gd name="connsiteY20" fmla="*/ 294208 h 656863"/>
              <a:gd name="connsiteX21" fmla="*/ 142401 w 651046"/>
              <a:gd name="connsiteY21" fmla="*/ 327062 h 656863"/>
              <a:gd name="connsiteX22" fmla="*/ 175255 w 651046"/>
              <a:gd name="connsiteY22" fmla="*/ 359916 h 656863"/>
              <a:gd name="connsiteX23" fmla="*/ 208109 w 651046"/>
              <a:gd name="connsiteY23" fmla="*/ 327062 h 656863"/>
              <a:gd name="connsiteX24" fmla="*/ 175255 w 651046"/>
              <a:gd name="connsiteY24" fmla="*/ 294208 h 656863"/>
              <a:gd name="connsiteX25" fmla="*/ 35652 w 651046"/>
              <a:gd name="connsiteY25" fmla="*/ 148473 h 656863"/>
              <a:gd name="connsiteX26" fmla="*/ 2798 w 651046"/>
              <a:gd name="connsiteY26" fmla="*/ 181327 h 656863"/>
              <a:gd name="connsiteX27" fmla="*/ 35652 w 651046"/>
              <a:gd name="connsiteY27" fmla="*/ 214181 h 656863"/>
              <a:gd name="connsiteX28" fmla="*/ 68506 w 651046"/>
              <a:gd name="connsiteY28" fmla="*/ 181327 h 656863"/>
              <a:gd name="connsiteX29" fmla="*/ 35652 w 651046"/>
              <a:gd name="connsiteY29" fmla="*/ 148473 h 656863"/>
              <a:gd name="connsiteX30" fmla="*/ 175254 w 651046"/>
              <a:gd name="connsiteY30" fmla="*/ 148472 h 656863"/>
              <a:gd name="connsiteX31" fmla="*/ 142400 w 651046"/>
              <a:gd name="connsiteY31" fmla="*/ 181326 h 656863"/>
              <a:gd name="connsiteX32" fmla="*/ 175254 w 651046"/>
              <a:gd name="connsiteY32" fmla="*/ 214180 h 656863"/>
              <a:gd name="connsiteX33" fmla="*/ 208108 w 651046"/>
              <a:gd name="connsiteY33" fmla="*/ 181326 h 656863"/>
              <a:gd name="connsiteX34" fmla="*/ 175254 w 651046"/>
              <a:gd name="connsiteY34" fmla="*/ 148472 h 656863"/>
              <a:gd name="connsiteX35" fmla="*/ 325698 w 651046"/>
              <a:gd name="connsiteY35" fmla="*/ 148471 h 656863"/>
              <a:gd name="connsiteX36" fmla="*/ 292844 w 651046"/>
              <a:gd name="connsiteY36" fmla="*/ 181325 h 656863"/>
              <a:gd name="connsiteX37" fmla="*/ 325698 w 651046"/>
              <a:gd name="connsiteY37" fmla="*/ 214179 h 656863"/>
              <a:gd name="connsiteX38" fmla="*/ 358552 w 651046"/>
              <a:gd name="connsiteY38" fmla="*/ 181325 h 656863"/>
              <a:gd name="connsiteX39" fmla="*/ 325698 w 651046"/>
              <a:gd name="connsiteY39" fmla="*/ 148471 h 656863"/>
              <a:gd name="connsiteX40" fmla="*/ 476142 w 651046"/>
              <a:gd name="connsiteY40" fmla="*/ 148471 h 656863"/>
              <a:gd name="connsiteX41" fmla="*/ 443288 w 651046"/>
              <a:gd name="connsiteY41" fmla="*/ 181325 h 656863"/>
              <a:gd name="connsiteX42" fmla="*/ 476142 w 651046"/>
              <a:gd name="connsiteY42" fmla="*/ 214179 h 656863"/>
              <a:gd name="connsiteX43" fmla="*/ 508996 w 651046"/>
              <a:gd name="connsiteY43" fmla="*/ 181325 h 656863"/>
              <a:gd name="connsiteX44" fmla="*/ 476142 w 651046"/>
              <a:gd name="connsiteY44" fmla="*/ 148471 h 656863"/>
              <a:gd name="connsiteX45" fmla="*/ 470546 w 651046"/>
              <a:gd name="connsiteY45" fmla="*/ 2 h 656863"/>
              <a:gd name="connsiteX46" fmla="*/ 437692 w 651046"/>
              <a:gd name="connsiteY46" fmla="*/ 32856 h 656863"/>
              <a:gd name="connsiteX47" fmla="*/ 470546 w 651046"/>
              <a:gd name="connsiteY47" fmla="*/ 65710 h 656863"/>
              <a:gd name="connsiteX48" fmla="*/ 503400 w 651046"/>
              <a:gd name="connsiteY48" fmla="*/ 32856 h 656863"/>
              <a:gd name="connsiteX49" fmla="*/ 470546 w 651046"/>
              <a:gd name="connsiteY49" fmla="*/ 2 h 656863"/>
              <a:gd name="connsiteX50" fmla="*/ 618192 w 651046"/>
              <a:gd name="connsiteY50" fmla="*/ 2 h 656863"/>
              <a:gd name="connsiteX51" fmla="*/ 585338 w 651046"/>
              <a:gd name="connsiteY51" fmla="*/ 32856 h 656863"/>
              <a:gd name="connsiteX52" fmla="*/ 618192 w 651046"/>
              <a:gd name="connsiteY52" fmla="*/ 65710 h 656863"/>
              <a:gd name="connsiteX53" fmla="*/ 651046 w 651046"/>
              <a:gd name="connsiteY53" fmla="*/ 32856 h 656863"/>
              <a:gd name="connsiteX54" fmla="*/ 618192 w 651046"/>
              <a:gd name="connsiteY54" fmla="*/ 2 h 656863"/>
              <a:gd name="connsiteX55" fmla="*/ 175254 w 651046"/>
              <a:gd name="connsiteY55" fmla="*/ 1 h 656863"/>
              <a:gd name="connsiteX56" fmla="*/ 142400 w 651046"/>
              <a:gd name="connsiteY56" fmla="*/ 32855 h 656863"/>
              <a:gd name="connsiteX57" fmla="*/ 175254 w 651046"/>
              <a:gd name="connsiteY57" fmla="*/ 65709 h 656863"/>
              <a:gd name="connsiteX58" fmla="*/ 208108 w 651046"/>
              <a:gd name="connsiteY58" fmla="*/ 32855 h 656863"/>
              <a:gd name="connsiteX59" fmla="*/ 175254 w 651046"/>
              <a:gd name="connsiteY59" fmla="*/ 1 h 656863"/>
              <a:gd name="connsiteX60" fmla="*/ 322900 w 651046"/>
              <a:gd name="connsiteY60" fmla="*/ 1 h 656863"/>
              <a:gd name="connsiteX61" fmla="*/ 290046 w 651046"/>
              <a:gd name="connsiteY61" fmla="*/ 32855 h 656863"/>
              <a:gd name="connsiteX62" fmla="*/ 322900 w 651046"/>
              <a:gd name="connsiteY62" fmla="*/ 65709 h 656863"/>
              <a:gd name="connsiteX63" fmla="*/ 355754 w 651046"/>
              <a:gd name="connsiteY63" fmla="*/ 32855 h 656863"/>
              <a:gd name="connsiteX64" fmla="*/ 322900 w 651046"/>
              <a:gd name="connsiteY64" fmla="*/ 1 h 656863"/>
              <a:gd name="connsiteX65" fmla="*/ 32854 w 651046"/>
              <a:gd name="connsiteY65" fmla="*/ 0 h 656863"/>
              <a:gd name="connsiteX66" fmla="*/ 0 w 651046"/>
              <a:gd name="connsiteY66" fmla="*/ 32854 h 656863"/>
              <a:gd name="connsiteX67" fmla="*/ 32854 w 651046"/>
              <a:gd name="connsiteY67" fmla="*/ 65708 h 656863"/>
              <a:gd name="connsiteX68" fmla="*/ 65708 w 651046"/>
              <a:gd name="connsiteY68" fmla="*/ 32854 h 656863"/>
              <a:gd name="connsiteX69" fmla="*/ 32854 w 651046"/>
              <a:gd name="connsiteY69" fmla="*/ 0 h 65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651046" h="656863">
                <a:moveTo>
                  <a:pt x="35652" y="591155"/>
                </a:moveTo>
                <a:cubicBezTo>
                  <a:pt x="17507" y="591155"/>
                  <a:pt x="2798" y="605864"/>
                  <a:pt x="2798" y="624009"/>
                </a:cubicBezTo>
                <a:cubicBezTo>
                  <a:pt x="2798" y="642154"/>
                  <a:pt x="17507" y="656863"/>
                  <a:pt x="35652" y="656863"/>
                </a:cubicBezTo>
                <a:cubicBezTo>
                  <a:pt x="53797" y="656863"/>
                  <a:pt x="68506" y="642154"/>
                  <a:pt x="68506" y="624009"/>
                </a:cubicBezTo>
                <a:cubicBezTo>
                  <a:pt x="68506" y="605864"/>
                  <a:pt x="53797" y="591155"/>
                  <a:pt x="35652" y="591155"/>
                </a:cubicBezTo>
                <a:close/>
                <a:moveTo>
                  <a:pt x="35652" y="442682"/>
                </a:moveTo>
                <a:cubicBezTo>
                  <a:pt x="17507" y="442682"/>
                  <a:pt x="2798" y="457391"/>
                  <a:pt x="2798" y="475536"/>
                </a:cubicBezTo>
                <a:cubicBezTo>
                  <a:pt x="2798" y="493681"/>
                  <a:pt x="17507" y="508390"/>
                  <a:pt x="35652" y="508390"/>
                </a:cubicBezTo>
                <a:cubicBezTo>
                  <a:pt x="53797" y="508390"/>
                  <a:pt x="68506" y="493681"/>
                  <a:pt x="68506" y="475536"/>
                </a:cubicBezTo>
                <a:cubicBezTo>
                  <a:pt x="68506" y="457391"/>
                  <a:pt x="53797" y="442682"/>
                  <a:pt x="35652" y="442682"/>
                </a:cubicBezTo>
                <a:close/>
                <a:moveTo>
                  <a:pt x="175255" y="442682"/>
                </a:moveTo>
                <a:cubicBezTo>
                  <a:pt x="157110" y="442682"/>
                  <a:pt x="142401" y="457391"/>
                  <a:pt x="142401" y="475536"/>
                </a:cubicBezTo>
                <a:cubicBezTo>
                  <a:pt x="142401" y="493681"/>
                  <a:pt x="157110" y="508390"/>
                  <a:pt x="175255" y="508390"/>
                </a:cubicBezTo>
                <a:cubicBezTo>
                  <a:pt x="193400" y="508390"/>
                  <a:pt x="208109" y="493681"/>
                  <a:pt x="208109" y="475536"/>
                </a:cubicBezTo>
                <a:cubicBezTo>
                  <a:pt x="208109" y="457391"/>
                  <a:pt x="193400" y="442682"/>
                  <a:pt x="175255" y="442682"/>
                </a:cubicBezTo>
                <a:close/>
                <a:moveTo>
                  <a:pt x="35652" y="294209"/>
                </a:moveTo>
                <a:cubicBezTo>
                  <a:pt x="17507" y="294209"/>
                  <a:pt x="2798" y="308918"/>
                  <a:pt x="2798" y="327063"/>
                </a:cubicBezTo>
                <a:cubicBezTo>
                  <a:pt x="2798" y="345208"/>
                  <a:pt x="17507" y="359917"/>
                  <a:pt x="35652" y="359917"/>
                </a:cubicBezTo>
                <a:cubicBezTo>
                  <a:pt x="53797" y="359917"/>
                  <a:pt x="68506" y="345208"/>
                  <a:pt x="68506" y="327063"/>
                </a:cubicBezTo>
                <a:cubicBezTo>
                  <a:pt x="68506" y="308918"/>
                  <a:pt x="53797" y="294209"/>
                  <a:pt x="35652" y="294209"/>
                </a:cubicBezTo>
                <a:close/>
                <a:moveTo>
                  <a:pt x="175255" y="294208"/>
                </a:moveTo>
                <a:cubicBezTo>
                  <a:pt x="157110" y="294208"/>
                  <a:pt x="142401" y="308917"/>
                  <a:pt x="142401" y="327062"/>
                </a:cubicBezTo>
                <a:cubicBezTo>
                  <a:pt x="142401" y="345207"/>
                  <a:pt x="157110" y="359916"/>
                  <a:pt x="175255" y="359916"/>
                </a:cubicBezTo>
                <a:cubicBezTo>
                  <a:pt x="193400" y="359916"/>
                  <a:pt x="208109" y="345207"/>
                  <a:pt x="208109" y="327062"/>
                </a:cubicBezTo>
                <a:cubicBezTo>
                  <a:pt x="208109" y="308917"/>
                  <a:pt x="193400" y="294208"/>
                  <a:pt x="175255" y="294208"/>
                </a:cubicBezTo>
                <a:close/>
                <a:moveTo>
                  <a:pt x="35652" y="148473"/>
                </a:moveTo>
                <a:cubicBezTo>
                  <a:pt x="17507" y="148473"/>
                  <a:pt x="2798" y="163182"/>
                  <a:pt x="2798" y="181327"/>
                </a:cubicBezTo>
                <a:cubicBezTo>
                  <a:pt x="2798" y="199472"/>
                  <a:pt x="17507" y="214181"/>
                  <a:pt x="35652" y="214181"/>
                </a:cubicBezTo>
                <a:cubicBezTo>
                  <a:pt x="53797" y="214181"/>
                  <a:pt x="68506" y="199472"/>
                  <a:pt x="68506" y="181327"/>
                </a:cubicBezTo>
                <a:cubicBezTo>
                  <a:pt x="68506" y="163182"/>
                  <a:pt x="53797" y="148473"/>
                  <a:pt x="35652" y="148473"/>
                </a:cubicBezTo>
                <a:close/>
                <a:moveTo>
                  <a:pt x="175254" y="148472"/>
                </a:moveTo>
                <a:cubicBezTo>
                  <a:pt x="157109" y="148472"/>
                  <a:pt x="142400" y="163181"/>
                  <a:pt x="142400" y="181326"/>
                </a:cubicBezTo>
                <a:cubicBezTo>
                  <a:pt x="142400" y="199471"/>
                  <a:pt x="157109" y="214180"/>
                  <a:pt x="175254" y="214180"/>
                </a:cubicBezTo>
                <a:cubicBezTo>
                  <a:pt x="193399" y="214180"/>
                  <a:pt x="208108" y="199471"/>
                  <a:pt x="208108" y="181326"/>
                </a:cubicBezTo>
                <a:cubicBezTo>
                  <a:pt x="208108" y="163181"/>
                  <a:pt x="193399" y="148472"/>
                  <a:pt x="175254" y="148472"/>
                </a:cubicBezTo>
                <a:close/>
                <a:moveTo>
                  <a:pt x="325698" y="148471"/>
                </a:moveTo>
                <a:cubicBezTo>
                  <a:pt x="307553" y="148471"/>
                  <a:pt x="292844" y="163180"/>
                  <a:pt x="292844" y="181325"/>
                </a:cubicBezTo>
                <a:cubicBezTo>
                  <a:pt x="292844" y="199470"/>
                  <a:pt x="307553" y="214179"/>
                  <a:pt x="325698" y="214179"/>
                </a:cubicBezTo>
                <a:cubicBezTo>
                  <a:pt x="343843" y="214179"/>
                  <a:pt x="358552" y="199470"/>
                  <a:pt x="358552" y="181325"/>
                </a:cubicBezTo>
                <a:cubicBezTo>
                  <a:pt x="358552" y="163180"/>
                  <a:pt x="343843" y="148471"/>
                  <a:pt x="325698" y="148471"/>
                </a:cubicBezTo>
                <a:close/>
                <a:moveTo>
                  <a:pt x="476142" y="148471"/>
                </a:moveTo>
                <a:cubicBezTo>
                  <a:pt x="457997" y="148471"/>
                  <a:pt x="443288" y="163180"/>
                  <a:pt x="443288" y="181325"/>
                </a:cubicBezTo>
                <a:cubicBezTo>
                  <a:pt x="443288" y="199470"/>
                  <a:pt x="457997" y="214179"/>
                  <a:pt x="476142" y="214179"/>
                </a:cubicBezTo>
                <a:cubicBezTo>
                  <a:pt x="494287" y="214179"/>
                  <a:pt x="508996" y="199470"/>
                  <a:pt x="508996" y="181325"/>
                </a:cubicBezTo>
                <a:cubicBezTo>
                  <a:pt x="508996" y="163180"/>
                  <a:pt x="494287" y="148471"/>
                  <a:pt x="476142" y="148471"/>
                </a:cubicBezTo>
                <a:close/>
                <a:moveTo>
                  <a:pt x="470546" y="2"/>
                </a:moveTo>
                <a:cubicBezTo>
                  <a:pt x="452401" y="2"/>
                  <a:pt x="437692" y="14711"/>
                  <a:pt x="437692" y="32856"/>
                </a:cubicBezTo>
                <a:cubicBezTo>
                  <a:pt x="437692" y="51001"/>
                  <a:pt x="452401" y="65710"/>
                  <a:pt x="470546" y="65710"/>
                </a:cubicBezTo>
                <a:cubicBezTo>
                  <a:pt x="488691" y="65710"/>
                  <a:pt x="503400" y="51001"/>
                  <a:pt x="503400" y="32856"/>
                </a:cubicBezTo>
                <a:cubicBezTo>
                  <a:pt x="503400" y="14711"/>
                  <a:pt x="488691" y="2"/>
                  <a:pt x="470546" y="2"/>
                </a:cubicBezTo>
                <a:close/>
                <a:moveTo>
                  <a:pt x="618192" y="2"/>
                </a:moveTo>
                <a:cubicBezTo>
                  <a:pt x="600047" y="2"/>
                  <a:pt x="585338" y="14711"/>
                  <a:pt x="585338" y="32856"/>
                </a:cubicBezTo>
                <a:cubicBezTo>
                  <a:pt x="585338" y="51001"/>
                  <a:pt x="600047" y="65710"/>
                  <a:pt x="618192" y="65710"/>
                </a:cubicBezTo>
                <a:cubicBezTo>
                  <a:pt x="636337" y="65710"/>
                  <a:pt x="651046" y="51001"/>
                  <a:pt x="651046" y="32856"/>
                </a:cubicBezTo>
                <a:cubicBezTo>
                  <a:pt x="651046" y="14711"/>
                  <a:pt x="636337" y="2"/>
                  <a:pt x="618192" y="2"/>
                </a:cubicBezTo>
                <a:close/>
                <a:moveTo>
                  <a:pt x="175254" y="1"/>
                </a:moveTo>
                <a:cubicBezTo>
                  <a:pt x="157109" y="1"/>
                  <a:pt x="142400" y="14710"/>
                  <a:pt x="142400" y="32855"/>
                </a:cubicBezTo>
                <a:cubicBezTo>
                  <a:pt x="142400" y="51000"/>
                  <a:pt x="157109" y="65709"/>
                  <a:pt x="175254" y="65709"/>
                </a:cubicBezTo>
                <a:cubicBezTo>
                  <a:pt x="193399" y="65709"/>
                  <a:pt x="208108" y="51000"/>
                  <a:pt x="208108" y="32855"/>
                </a:cubicBezTo>
                <a:cubicBezTo>
                  <a:pt x="208108" y="14710"/>
                  <a:pt x="193399" y="1"/>
                  <a:pt x="175254" y="1"/>
                </a:cubicBezTo>
                <a:close/>
                <a:moveTo>
                  <a:pt x="322900" y="1"/>
                </a:moveTo>
                <a:cubicBezTo>
                  <a:pt x="304755" y="1"/>
                  <a:pt x="290046" y="14710"/>
                  <a:pt x="290046" y="32855"/>
                </a:cubicBezTo>
                <a:cubicBezTo>
                  <a:pt x="290046" y="51000"/>
                  <a:pt x="304755" y="65709"/>
                  <a:pt x="322900" y="65709"/>
                </a:cubicBezTo>
                <a:cubicBezTo>
                  <a:pt x="341045" y="65709"/>
                  <a:pt x="355754" y="51000"/>
                  <a:pt x="355754" y="32855"/>
                </a:cubicBezTo>
                <a:cubicBezTo>
                  <a:pt x="355754" y="14710"/>
                  <a:pt x="341045" y="1"/>
                  <a:pt x="322900" y="1"/>
                </a:cubicBezTo>
                <a:close/>
                <a:moveTo>
                  <a:pt x="32854" y="0"/>
                </a:moveTo>
                <a:cubicBezTo>
                  <a:pt x="14709" y="0"/>
                  <a:pt x="0" y="14709"/>
                  <a:pt x="0" y="32854"/>
                </a:cubicBezTo>
                <a:cubicBezTo>
                  <a:pt x="0" y="50999"/>
                  <a:pt x="14709" y="65708"/>
                  <a:pt x="32854" y="65708"/>
                </a:cubicBezTo>
                <a:cubicBezTo>
                  <a:pt x="50999" y="65708"/>
                  <a:pt x="65708" y="50999"/>
                  <a:pt x="65708" y="32854"/>
                </a:cubicBezTo>
                <a:cubicBezTo>
                  <a:pt x="65708" y="14709"/>
                  <a:pt x="50999" y="0"/>
                  <a:pt x="3285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F859F96-D1D5-9ED9-714B-BD8CD51AB180}"/>
              </a:ext>
            </a:extLst>
          </p:cNvPr>
          <p:cNvSpPr txBox="1"/>
          <p:nvPr/>
        </p:nvSpPr>
        <p:spPr>
          <a:xfrm>
            <a:off x="797699" y="3798623"/>
            <a:ext cx="403244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Идея</a:t>
            </a:r>
            <a:r>
              <a:rPr lang="en-US" sz="1400" dirty="0"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: </a:t>
            </a:r>
            <a:r>
              <a:rPr lang="ru-RU" sz="1400" dirty="0"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создать универсальную среду для вычислений в произвольных математических системах, где вместо привычных чисел 0-9 можно использовать любые символы с собственными правилами операций.</a:t>
            </a:r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2EA00E73-F8D6-6B0A-5F3D-5FF28B01CC17}"/>
              </a:ext>
            </a:extLst>
          </p:cNvPr>
          <p:cNvSpPr/>
          <p:nvPr/>
        </p:nvSpPr>
        <p:spPr>
          <a:xfrm>
            <a:off x="11483034" y="4918121"/>
            <a:ext cx="101104" cy="101104"/>
          </a:xfrm>
          <a:prstGeom prst="roundRect">
            <a:avLst>
              <a:gd name="adj" fmla="val 2506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0EDC3F95-9EBE-150D-EAB0-DC2BF7D2EA67}"/>
              </a:ext>
            </a:extLst>
          </p:cNvPr>
          <p:cNvSpPr/>
          <p:nvPr/>
        </p:nvSpPr>
        <p:spPr>
          <a:xfrm>
            <a:off x="11520936" y="3473078"/>
            <a:ext cx="63202" cy="632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C7DA25-9FCD-203E-60CA-1D0EC47FE0E2}"/>
              </a:ext>
            </a:extLst>
          </p:cNvPr>
          <p:cNvSpPr txBox="1"/>
          <p:nvPr/>
        </p:nvSpPr>
        <p:spPr>
          <a:xfrm>
            <a:off x="5535992" y="1432366"/>
            <a:ext cx="23640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Традиционный подход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D95006-24C6-CDE4-C1EC-BC7EBDB1A1E9}"/>
              </a:ext>
            </a:extLst>
          </p:cNvPr>
          <p:cNvSpPr txBox="1"/>
          <p:nvPr/>
        </p:nvSpPr>
        <p:spPr>
          <a:xfrm>
            <a:off x="8988140" y="1432365"/>
            <a:ext cx="23640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Наш</a:t>
            </a:r>
          </a:p>
          <a:p>
            <a:pPr algn="ctr"/>
            <a:r>
              <a:rPr lang="ru-RU" sz="24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подход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BE069B7-8FBE-9101-C240-674B6912117A}"/>
              </a:ext>
            </a:extLst>
          </p:cNvPr>
          <p:cNvGrpSpPr/>
          <p:nvPr/>
        </p:nvGrpSpPr>
        <p:grpSpPr>
          <a:xfrm>
            <a:off x="9155390" y="2452764"/>
            <a:ext cx="2196809" cy="2980624"/>
            <a:chOff x="5309720" y="3796494"/>
            <a:chExt cx="1986897" cy="2980624"/>
          </a:xfrm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FF20E339-23E6-9C84-C374-22C41DFE21C3}"/>
                </a:ext>
              </a:extLst>
            </p:cNvPr>
            <p:cNvSpPr/>
            <p:nvPr/>
          </p:nvSpPr>
          <p:spPr>
            <a:xfrm>
              <a:off x="5309720" y="3796494"/>
              <a:ext cx="1986897" cy="2896259"/>
            </a:xfrm>
            <a:prstGeom prst="roundRect">
              <a:avLst>
                <a:gd name="adj" fmla="val 14327"/>
              </a:avLst>
            </a:prstGeom>
            <a:solidFill>
              <a:srgbClr val="2399C3"/>
            </a:solidFill>
            <a:ln>
              <a:noFill/>
            </a:ln>
            <a:effectLst>
              <a:outerShdw blurRad="139700" sx="103000" sy="103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D4C32C5-F95F-2AB8-4DFA-CC8658417CFD}"/>
                </a:ext>
              </a:extLst>
            </p:cNvPr>
            <p:cNvSpPr txBox="1"/>
            <p:nvPr/>
          </p:nvSpPr>
          <p:spPr>
            <a:xfrm>
              <a:off x="5354334" y="3930185"/>
              <a:ext cx="1895267" cy="2846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50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Любые символы</a:t>
              </a:r>
              <a:endParaRPr lang="en-US" sz="1650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  <a:p>
              <a:pPr algn="ctr"/>
              <a:r>
                <a:rPr lang="ru-RU" sz="1650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↓</a:t>
              </a:r>
            </a:p>
            <a:p>
              <a:pPr algn="ctr"/>
              <a:r>
                <a:rPr lang="ru-RU" sz="1650" dirty="0" err="1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Автогенерация</a:t>
              </a:r>
              <a:r>
                <a:rPr lang="ru-RU" sz="1650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операций</a:t>
              </a:r>
              <a:endParaRPr lang="en-US" sz="1650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  <a:p>
              <a:pPr algn="ctr"/>
              <a:r>
                <a:rPr lang="ru-RU" sz="1650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↓</a:t>
              </a:r>
            </a:p>
            <a:p>
              <a:pPr algn="ctr"/>
              <a:r>
                <a:rPr lang="ru-RU" sz="1650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Универсальный вычислитель</a:t>
              </a:r>
            </a:p>
            <a:p>
              <a:pPr algn="ctr"/>
              <a:r>
                <a:rPr lang="ru-RU" sz="1650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↓</a:t>
              </a:r>
            </a:p>
            <a:p>
              <a:pPr algn="ctr"/>
              <a:r>
                <a:rPr lang="ru-RU" sz="1650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Результат</a:t>
              </a:r>
              <a:r>
                <a:rPr lang="en-US" sz="1650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: </a:t>
              </a:r>
              <a:r>
                <a:rPr lang="ru-RU" sz="1650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в созданной системе</a:t>
              </a:r>
            </a:p>
            <a:p>
              <a:pPr algn="ctr">
                <a:defRPr/>
              </a:pPr>
              <a:endParaRPr lang="ru-RU" sz="14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</p:txBody>
        </p:sp>
      </p:grp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538BA422-CE78-D5FE-1710-FA3A2B5602C4}"/>
              </a:ext>
            </a:extLst>
          </p:cNvPr>
          <p:cNvSpPr/>
          <p:nvPr/>
        </p:nvSpPr>
        <p:spPr>
          <a:xfrm rot="2556639">
            <a:off x="239068" y="-1156242"/>
            <a:ext cx="2357949" cy="2712290"/>
          </a:xfrm>
          <a:custGeom>
            <a:avLst/>
            <a:gdLst>
              <a:gd name="connsiteX0" fmla="*/ 0 w 2357949"/>
              <a:gd name="connsiteY0" fmla="*/ 2169055 h 2712290"/>
              <a:gd name="connsiteX1" fmla="*/ 2357949 w 2357949"/>
              <a:gd name="connsiteY1" fmla="*/ 0 h 2712290"/>
              <a:gd name="connsiteX2" fmla="*/ 2357949 w 2357949"/>
              <a:gd name="connsiteY2" fmla="*/ 1395473 h 2712290"/>
              <a:gd name="connsiteX3" fmla="*/ 1041132 w 2357949"/>
              <a:gd name="connsiteY3" fmla="*/ 2712290 h 2712290"/>
              <a:gd name="connsiteX4" fmla="*/ 499717 w 2357949"/>
              <a:gd name="connsiteY4" fmla="*/ 2712290 h 2712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7949" h="2712290">
                <a:moveTo>
                  <a:pt x="0" y="2169055"/>
                </a:moveTo>
                <a:lnTo>
                  <a:pt x="2357949" y="0"/>
                </a:lnTo>
                <a:lnTo>
                  <a:pt x="2357949" y="1395473"/>
                </a:lnTo>
                <a:cubicBezTo>
                  <a:pt x="2357949" y="2122731"/>
                  <a:pt x="1768390" y="2712290"/>
                  <a:pt x="1041132" y="2712290"/>
                </a:cubicBezTo>
                <a:lnTo>
                  <a:pt x="499717" y="2712290"/>
                </a:lnTo>
                <a:close/>
              </a:path>
            </a:pathLst>
          </a:custGeom>
          <a:solidFill>
            <a:srgbClr val="27A9D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964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801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170E912C-5F87-43E5-AC03-A7D20D626337}"/>
              </a:ext>
            </a:extLst>
          </p:cNvPr>
          <p:cNvSpPr/>
          <p:nvPr/>
        </p:nvSpPr>
        <p:spPr>
          <a:xfrm>
            <a:off x="396058" y="2337883"/>
            <a:ext cx="2887293" cy="1656392"/>
          </a:xfrm>
          <a:prstGeom prst="rect">
            <a:avLst/>
          </a:prstGeom>
          <a:noFill/>
          <a:ln>
            <a:solidFill>
              <a:srgbClr val="1D7E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60F3EE-DF86-4A18-B845-8ED71BB66B56}"/>
              </a:ext>
            </a:extLst>
          </p:cNvPr>
          <p:cNvSpPr txBox="1"/>
          <p:nvPr/>
        </p:nvSpPr>
        <p:spPr>
          <a:xfrm>
            <a:off x="241300" y="15798"/>
            <a:ext cx="11658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solidFill>
                  <a:srgbClr val="1D7EA0"/>
                </a:solidFill>
                <a:latin typeface="Bahnschrift SemiBold Condensed" panose="020B0502040204020203" pitchFamily="34" charset="0"/>
                <a:ea typeface="Yu Gothic UI Semilight" panose="020B0400000000000000" pitchFamily="34" charset="-128"/>
              </a:rPr>
              <a:t>Математический фундамент</a:t>
            </a:r>
            <a:endParaRPr lang="ru-RU" sz="6600" dirty="0">
              <a:solidFill>
                <a:srgbClr val="FFFFFF"/>
              </a:solidFill>
              <a:latin typeface="Bahnschrift SemiBold Condensed" panose="020B0502040204020203" pitchFamily="34" charset="0"/>
              <a:ea typeface="Yu Gothic UI Semilight" panose="020B0400000000000000" pitchFamily="34" charset="-128"/>
            </a:endParaRPr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2" name="Интерактивное оглавление 1">
                <a:extLst>
                  <a:ext uri="{FF2B5EF4-FFF2-40B4-BE49-F238E27FC236}">
                    <a16:creationId xmlns:a16="http://schemas.microsoft.com/office/drawing/2014/main" id="{B879C42A-42E2-4249-8170-67DF842EC48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90700756"/>
                  </p:ext>
                </p:extLst>
              </p:nvPr>
            </p:nvGraphicFramePr>
            <p:xfrm>
              <a:off x="1568450" y="2153733"/>
              <a:ext cx="9080500" cy="4351338"/>
            </p:xfrm>
            <a:graphic>
              <a:graphicData uri="http://schemas.microsoft.com/office/powerpoint/2016/summaryzoom">
                <psuz:summaryZm>
                  <psuz:gridLayout/>
                </psuz:summaryZm>
              </a:graphicData>
            </a:graphic>
          </p:graphicFrame>
        </mc:Choice>
        <mc:Fallback>
          <p:grpSp>
            <p:nvGrpSpPr>
              <p:cNvPr id="2" name="Интерактивное оглавление 1">
                <a:extLst>
                  <a:ext uri="{FF2B5EF4-FFF2-40B4-BE49-F238E27FC236}">
                    <a16:creationId xmlns:a16="http://schemas.microsoft.com/office/drawing/2014/main" id="{B879C42A-42E2-4249-8170-67DF842EC484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1568450" y="2153733"/>
                <a:ext cx="9080500" cy="4351338"/>
                <a:chOff x="1568450" y="2153733"/>
                <a:chExt cx="9080500" cy="4351338"/>
              </a:xfrm>
            </p:grpSpPr>
          </p:grpSp>
        </mc:Fallback>
      </mc:AlternateContent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42BDB182-3E81-4764-9B27-4A06677EE9A8}"/>
              </a:ext>
            </a:extLst>
          </p:cNvPr>
          <p:cNvSpPr/>
          <p:nvPr/>
        </p:nvSpPr>
        <p:spPr>
          <a:xfrm flipH="1">
            <a:off x="11344968" y="294209"/>
            <a:ext cx="651046" cy="656863"/>
          </a:xfrm>
          <a:custGeom>
            <a:avLst/>
            <a:gdLst>
              <a:gd name="connsiteX0" fmla="*/ 35652 w 651046"/>
              <a:gd name="connsiteY0" fmla="*/ 591155 h 656863"/>
              <a:gd name="connsiteX1" fmla="*/ 2798 w 651046"/>
              <a:gd name="connsiteY1" fmla="*/ 624009 h 656863"/>
              <a:gd name="connsiteX2" fmla="*/ 35652 w 651046"/>
              <a:gd name="connsiteY2" fmla="*/ 656863 h 656863"/>
              <a:gd name="connsiteX3" fmla="*/ 68506 w 651046"/>
              <a:gd name="connsiteY3" fmla="*/ 624009 h 656863"/>
              <a:gd name="connsiteX4" fmla="*/ 35652 w 651046"/>
              <a:gd name="connsiteY4" fmla="*/ 591155 h 656863"/>
              <a:gd name="connsiteX5" fmla="*/ 35652 w 651046"/>
              <a:gd name="connsiteY5" fmla="*/ 442682 h 656863"/>
              <a:gd name="connsiteX6" fmla="*/ 2798 w 651046"/>
              <a:gd name="connsiteY6" fmla="*/ 475536 h 656863"/>
              <a:gd name="connsiteX7" fmla="*/ 35652 w 651046"/>
              <a:gd name="connsiteY7" fmla="*/ 508390 h 656863"/>
              <a:gd name="connsiteX8" fmla="*/ 68506 w 651046"/>
              <a:gd name="connsiteY8" fmla="*/ 475536 h 656863"/>
              <a:gd name="connsiteX9" fmla="*/ 35652 w 651046"/>
              <a:gd name="connsiteY9" fmla="*/ 442682 h 656863"/>
              <a:gd name="connsiteX10" fmla="*/ 175255 w 651046"/>
              <a:gd name="connsiteY10" fmla="*/ 442682 h 656863"/>
              <a:gd name="connsiteX11" fmla="*/ 142401 w 651046"/>
              <a:gd name="connsiteY11" fmla="*/ 475536 h 656863"/>
              <a:gd name="connsiteX12" fmla="*/ 175255 w 651046"/>
              <a:gd name="connsiteY12" fmla="*/ 508390 h 656863"/>
              <a:gd name="connsiteX13" fmla="*/ 208109 w 651046"/>
              <a:gd name="connsiteY13" fmla="*/ 475536 h 656863"/>
              <a:gd name="connsiteX14" fmla="*/ 175255 w 651046"/>
              <a:gd name="connsiteY14" fmla="*/ 442682 h 656863"/>
              <a:gd name="connsiteX15" fmla="*/ 35652 w 651046"/>
              <a:gd name="connsiteY15" fmla="*/ 294209 h 656863"/>
              <a:gd name="connsiteX16" fmla="*/ 2798 w 651046"/>
              <a:gd name="connsiteY16" fmla="*/ 327063 h 656863"/>
              <a:gd name="connsiteX17" fmla="*/ 35652 w 651046"/>
              <a:gd name="connsiteY17" fmla="*/ 359917 h 656863"/>
              <a:gd name="connsiteX18" fmla="*/ 68506 w 651046"/>
              <a:gd name="connsiteY18" fmla="*/ 327063 h 656863"/>
              <a:gd name="connsiteX19" fmla="*/ 35652 w 651046"/>
              <a:gd name="connsiteY19" fmla="*/ 294209 h 656863"/>
              <a:gd name="connsiteX20" fmla="*/ 175255 w 651046"/>
              <a:gd name="connsiteY20" fmla="*/ 294208 h 656863"/>
              <a:gd name="connsiteX21" fmla="*/ 142401 w 651046"/>
              <a:gd name="connsiteY21" fmla="*/ 327062 h 656863"/>
              <a:gd name="connsiteX22" fmla="*/ 175255 w 651046"/>
              <a:gd name="connsiteY22" fmla="*/ 359916 h 656863"/>
              <a:gd name="connsiteX23" fmla="*/ 208109 w 651046"/>
              <a:gd name="connsiteY23" fmla="*/ 327062 h 656863"/>
              <a:gd name="connsiteX24" fmla="*/ 175255 w 651046"/>
              <a:gd name="connsiteY24" fmla="*/ 294208 h 656863"/>
              <a:gd name="connsiteX25" fmla="*/ 35652 w 651046"/>
              <a:gd name="connsiteY25" fmla="*/ 148473 h 656863"/>
              <a:gd name="connsiteX26" fmla="*/ 2798 w 651046"/>
              <a:gd name="connsiteY26" fmla="*/ 181327 h 656863"/>
              <a:gd name="connsiteX27" fmla="*/ 35652 w 651046"/>
              <a:gd name="connsiteY27" fmla="*/ 214181 h 656863"/>
              <a:gd name="connsiteX28" fmla="*/ 68506 w 651046"/>
              <a:gd name="connsiteY28" fmla="*/ 181327 h 656863"/>
              <a:gd name="connsiteX29" fmla="*/ 35652 w 651046"/>
              <a:gd name="connsiteY29" fmla="*/ 148473 h 656863"/>
              <a:gd name="connsiteX30" fmla="*/ 175254 w 651046"/>
              <a:gd name="connsiteY30" fmla="*/ 148472 h 656863"/>
              <a:gd name="connsiteX31" fmla="*/ 142400 w 651046"/>
              <a:gd name="connsiteY31" fmla="*/ 181326 h 656863"/>
              <a:gd name="connsiteX32" fmla="*/ 175254 w 651046"/>
              <a:gd name="connsiteY32" fmla="*/ 214180 h 656863"/>
              <a:gd name="connsiteX33" fmla="*/ 208108 w 651046"/>
              <a:gd name="connsiteY33" fmla="*/ 181326 h 656863"/>
              <a:gd name="connsiteX34" fmla="*/ 175254 w 651046"/>
              <a:gd name="connsiteY34" fmla="*/ 148472 h 656863"/>
              <a:gd name="connsiteX35" fmla="*/ 325698 w 651046"/>
              <a:gd name="connsiteY35" fmla="*/ 148471 h 656863"/>
              <a:gd name="connsiteX36" fmla="*/ 292844 w 651046"/>
              <a:gd name="connsiteY36" fmla="*/ 181325 h 656863"/>
              <a:gd name="connsiteX37" fmla="*/ 325698 w 651046"/>
              <a:gd name="connsiteY37" fmla="*/ 214179 h 656863"/>
              <a:gd name="connsiteX38" fmla="*/ 358552 w 651046"/>
              <a:gd name="connsiteY38" fmla="*/ 181325 h 656863"/>
              <a:gd name="connsiteX39" fmla="*/ 325698 w 651046"/>
              <a:gd name="connsiteY39" fmla="*/ 148471 h 656863"/>
              <a:gd name="connsiteX40" fmla="*/ 476142 w 651046"/>
              <a:gd name="connsiteY40" fmla="*/ 148471 h 656863"/>
              <a:gd name="connsiteX41" fmla="*/ 443288 w 651046"/>
              <a:gd name="connsiteY41" fmla="*/ 181325 h 656863"/>
              <a:gd name="connsiteX42" fmla="*/ 476142 w 651046"/>
              <a:gd name="connsiteY42" fmla="*/ 214179 h 656863"/>
              <a:gd name="connsiteX43" fmla="*/ 508996 w 651046"/>
              <a:gd name="connsiteY43" fmla="*/ 181325 h 656863"/>
              <a:gd name="connsiteX44" fmla="*/ 476142 w 651046"/>
              <a:gd name="connsiteY44" fmla="*/ 148471 h 656863"/>
              <a:gd name="connsiteX45" fmla="*/ 470546 w 651046"/>
              <a:gd name="connsiteY45" fmla="*/ 2 h 656863"/>
              <a:gd name="connsiteX46" fmla="*/ 437692 w 651046"/>
              <a:gd name="connsiteY46" fmla="*/ 32856 h 656863"/>
              <a:gd name="connsiteX47" fmla="*/ 470546 w 651046"/>
              <a:gd name="connsiteY47" fmla="*/ 65710 h 656863"/>
              <a:gd name="connsiteX48" fmla="*/ 503400 w 651046"/>
              <a:gd name="connsiteY48" fmla="*/ 32856 h 656863"/>
              <a:gd name="connsiteX49" fmla="*/ 470546 w 651046"/>
              <a:gd name="connsiteY49" fmla="*/ 2 h 656863"/>
              <a:gd name="connsiteX50" fmla="*/ 618192 w 651046"/>
              <a:gd name="connsiteY50" fmla="*/ 2 h 656863"/>
              <a:gd name="connsiteX51" fmla="*/ 585338 w 651046"/>
              <a:gd name="connsiteY51" fmla="*/ 32856 h 656863"/>
              <a:gd name="connsiteX52" fmla="*/ 618192 w 651046"/>
              <a:gd name="connsiteY52" fmla="*/ 65710 h 656863"/>
              <a:gd name="connsiteX53" fmla="*/ 651046 w 651046"/>
              <a:gd name="connsiteY53" fmla="*/ 32856 h 656863"/>
              <a:gd name="connsiteX54" fmla="*/ 618192 w 651046"/>
              <a:gd name="connsiteY54" fmla="*/ 2 h 656863"/>
              <a:gd name="connsiteX55" fmla="*/ 175254 w 651046"/>
              <a:gd name="connsiteY55" fmla="*/ 1 h 656863"/>
              <a:gd name="connsiteX56" fmla="*/ 142400 w 651046"/>
              <a:gd name="connsiteY56" fmla="*/ 32855 h 656863"/>
              <a:gd name="connsiteX57" fmla="*/ 175254 w 651046"/>
              <a:gd name="connsiteY57" fmla="*/ 65709 h 656863"/>
              <a:gd name="connsiteX58" fmla="*/ 208108 w 651046"/>
              <a:gd name="connsiteY58" fmla="*/ 32855 h 656863"/>
              <a:gd name="connsiteX59" fmla="*/ 175254 w 651046"/>
              <a:gd name="connsiteY59" fmla="*/ 1 h 656863"/>
              <a:gd name="connsiteX60" fmla="*/ 322900 w 651046"/>
              <a:gd name="connsiteY60" fmla="*/ 1 h 656863"/>
              <a:gd name="connsiteX61" fmla="*/ 290046 w 651046"/>
              <a:gd name="connsiteY61" fmla="*/ 32855 h 656863"/>
              <a:gd name="connsiteX62" fmla="*/ 322900 w 651046"/>
              <a:gd name="connsiteY62" fmla="*/ 65709 h 656863"/>
              <a:gd name="connsiteX63" fmla="*/ 355754 w 651046"/>
              <a:gd name="connsiteY63" fmla="*/ 32855 h 656863"/>
              <a:gd name="connsiteX64" fmla="*/ 322900 w 651046"/>
              <a:gd name="connsiteY64" fmla="*/ 1 h 656863"/>
              <a:gd name="connsiteX65" fmla="*/ 32854 w 651046"/>
              <a:gd name="connsiteY65" fmla="*/ 0 h 656863"/>
              <a:gd name="connsiteX66" fmla="*/ 0 w 651046"/>
              <a:gd name="connsiteY66" fmla="*/ 32854 h 656863"/>
              <a:gd name="connsiteX67" fmla="*/ 32854 w 651046"/>
              <a:gd name="connsiteY67" fmla="*/ 65708 h 656863"/>
              <a:gd name="connsiteX68" fmla="*/ 65708 w 651046"/>
              <a:gd name="connsiteY68" fmla="*/ 32854 h 656863"/>
              <a:gd name="connsiteX69" fmla="*/ 32854 w 651046"/>
              <a:gd name="connsiteY69" fmla="*/ 0 h 65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651046" h="656863">
                <a:moveTo>
                  <a:pt x="35652" y="591155"/>
                </a:moveTo>
                <a:cubicBezTo>
                  <a:pt x="17507" y="591155"/>
                  <a:pt x="2798" y="605864"/>
                  <a:pt x="2798" y="624009"/>
                </a:cubicBezTo>
                <a:cubicBezTo>
                  <a:pt x="2798" y="642154"/>
                  <a:pt x="17507" y="656863"/>
                  <a:pt x="35652" y="656863"/>
                </a:cubicBezTo>
                <a:cubicBezTo>
                  <a:pt x="53797" y="656863"/>
                  <a:pt x="68506" y="642154"/>
                  <a:pt x="68506" y="624009"/>
                </a:cubicBezTo>
                <a:cubicBezTo>
                  <a:pt x="68506" y="605864"/>
                  <a:pt x="53797" y="591155"/>
                  <a:pt x="35652" y="591155"/>
                </a:cubicBezTo>
                <a:close/>
                <a:moveTo>
                  <a:pt x="35652" y="442682"/>
                </a:moveTo>
                <a:cubicBezTo>
                  <a:pt x="17507" y="442682"/>
                  <a:pt x="2798" y="457391"/>
                  <a:pt x="2798" y="475536"/>
                </a:cubicBezTo>
                <a:cubicBezTo>
                  <a:pt x="2798" y="493681"/>
                  <a:pt x="17507" y="508390"/>
                  <a:pt x="35652" y="508390"/>
                </a:cubicBezTo>
                <a:cubicBezTo>
                  <a:pt x="53797" y="508390"/>
                  <a:pt x="68506" y="493681"/>
                  <a:pt x="68506" y="475536"/>
                </a:cubicBezTo>
                <a:cubicBezTo>
                  <a:pt x="68506" y="457391"/>
                  <a:pt x="53797" y="442682"/>
                  <a:pt x="35652" y="442682"/>
                </a:cubicBezTo>
                <a:close/>
                <a:moveTo>
                  <a:pt x="175255" y="442682"/>
                </a:moveTo>
                <a:cubicBezTo>
                  <a:pt x="157110" y="442682"/>
                  <a:pt x="142401" y="457391"/>
                  <a:pt x="142401" y="475536"/>
                </a:cubicBezTo>
                <a:cubicBezTo>
                  <a:pt x="142401" y="493681"/>
                  <a:pt x="157110" y="508390"/>
                  <a:pt x="175255" y="508390"/>
                </a:cubicBezTo>
                <a:cubicBezTo>
                  <a:pt x="193400" y="508390"/>
                  <a:pt x="208109" y="493681"/>
                  <a:pt x="208109" y="475536"/>
                </a:cubicBezTo>
                <a:cubicBezTo>
                  <a:pt x="208109" y="457391"/>
                  <a:pt x="193400" y="442682"/>
                  <a:pt x="175255" y="442682"/>
                </a:cubicBezTo>
                <a:close/>
                <a:moveTo>
                  <a:pt x="35652" y="294209"/>
                </a:moveTo>
                <a:cubicBezTo>
                  <a:pt x="17507" y="294209"/>
                  <a:pt x="2798" y="308918"/>
                  <a:pt x="2798" y="327063"/>
                </a:cubicBezTo>
                <a:cubicBezTo>
                  <a:pt x="2798" y="345208"/>
                  <a:pt x="17507" y="359917"/>
                  <a:pt x="35652" y="359917"/>
                </a:cubicBezTo>
                <a:cubicBezTo>
                  <a:pt x="53797" y="359917"/>
                  <a:pt x="68506" y="345208"/>
                  <a:pt x="68506" y="327063"/>
                </a:cubicBezTo>
                <a:cubicBezTo>
                  <a:pt x="68506" y="308918"/>
                  <a:pt x="53797" y="294209"/>
                  <a:pt x="35652" y="294209"/>
                </a:cubicBezTo>
                <a:close/>
                <a:moveTo>
                  <a:pt x="175255" y="294208"/>
                </a:moveTo>
                <a:cubicBezTo>
                  <a:pt x="157110" y="294208"/>
                  <a:pt x="142401" y="308917"/>
                  <a:pt x="142401" y="327062"/>
                </a:cubicBezTo>
                <a:cubicBezTo>
                  <a:pt x="142401" y="345207"/>
                  <a:pt x="157110" y="359916"/>
                  <a:pt x="175255" y="359916"/>
                </a:cubicBezTo>
                <a:cubicBezTo>
                  <a:pt x="193400" y="359916"/>
                  <a:pt x="208109" y="345207"/>
                  <a:pt x="208109" y="327062"/>
                </a:cubicBezTo>
                <a:cubicBezTo>
                  <a:pt x="208109" y="308917"/>
                  <a:pt x="193400" y="294208"/>
                  <a:pt x="175255" y="294208"/>
                </a:cubicBezTo>
                <a:close/>
                <a:moveTo>
                  <a:pt x="35652" y="148473"/>
                </a:moveTo>
                <a:cubicBezTo>
                  <a:pt x="17507" y="148473"/>
                  <a:pt x="2798" y="163182"/>
                  <a:pt x="2798" y="181327"/>
                </a:cubicBezTo>
                <a:cubicBezTo>
                  <a:pt x="2798" y="199472"/>
                  <a:pt x="17507" y="214181"/>
                  <a:pt x="35652" y="214181"/>
                </a:cubicBezTo>
                <a:cubicBezTo>
                  <a:pt x="53797" y="214181"/>
                  <a:pt x="68506" y="199472"/>
                  <a:pt x="68506" y="181327"/>
                </a:cubicBezTo>
                <a:cubicBezTo>
                  <a:pt x="68506" y="163182"/>
                  <a:pt x="53797" y="148473"/>
                  <a:pt x="35652" y="148473"/>
                </a:cubicBezTo>
                <a:close/>
                <a:moveTo>
                  <a:pt x="175254" y="148472"/>
                </a:moveTo>
                <a:cubicBezTo>
                  <a:pt x="157109" y="148472"/>
                  <a:pt x="142400" y="163181"/>
                  <a:pt x="142400" y="181326"/>
                </a:cubicBezTo>
                <a:cubicBezTo>
                  <a:pt x="142400" y="199471"/>
                  <a:pt x="157109" y="214180"/>
                  <a:pt x="175254" y="214180"/>
                </a:cubicBezTo>
                <a:cubicBezTo>
                  <a:pt x="193399" y="214180"/>
                  <a:pt x="208108" y="199471"/>
                  <a:pt x="208108" y="181326"/>
                </a:cubicBezTo>
                <a:cubicBezTo>
                  <a:pt x="208108" y="163181"/>
                  <a:pt x="193399" y="148472"/>
                  <a:pt x="175254" y="148472"/>
                </a:cubicBezTo>
                <a:close/>
                <a:moveTo>
                  <a:pt x="325698" y="148471"/>
                </a:moveTo>
                <a:cubicBezTo>
                  <a:pt x="307553" y="148471"/>
                  <a:pt x="292844" y="163180"/>
                  <a:pt x="292844" y="181325"/>
                </a:cubicBezTo>
                <a:cubicBezTo>
                  <a:pt x="292844" y="199470"/>
                  <a:pt x="307553" y="214179"/>
                  <a:pt x="325698" y="214179"/>
                </a:cubicBezTo>
                <a:cubicBezTo>
                  <a:pt x="343843" y="214179"/>
                  <a:pt x="358552" y="199470"/>
                  <a:pt x="358552" y="181325"/>
                </a:cubicBezTo>
                <a:cubicBezTo>
                  <a:pt x="358552" y="163180"/>
                  <a:pt x="343843" y="148471"/>
                  <a:pt x="325698" y="148471"/>
                </a:cubicBezTo>
                <a:close/>
                <a:moveTo>
                  <a:pt x="476142" y="148471"/>
                </a:moveTo>
                <a:cubicBezTo>
                  <a:pt x="457997" y="148471"/>
                  <a:pt x="443288" y="163180"/>
                  <a:pt x="443288" y="181325"/>
                </a:cubicBezTo>
                <a:cubicBezTo>
                  <a:pt x="443288" y="199470"/>
                  <a:pt x="457997" y="214179"/>
                  <a:pt x="476142" y="214179"/>
                </a:cubicBezTo>
                <a:cubicBezTo>
                  <a:pt x="494287" y="214179"/>
                  <a:pt x="508996" y="199470"/>
                  <a:pt x="508996" y="181325"/>
                </a:cubicBezTo>
                <a:cubicBezTo>
                  <a:pt x="508996" y="163180"/>
                  <a:pt x="494287" y="148471"/>
                  <a:pt x="476142" y="148471"/>
                </a:cubicBezTo>
                <a:close/>
                <a:moveTo>
                  <a:pt x="470546" y="2"/>
                </a:moveTo>
                <a:cubicBezTo>
                  <a:pt x="452401" y="2"/>
                  <a:pt x="437692" y="14711"/>
                  <a:pt x="437692" y="32856"/>
                </a:cubicBezTo>
                <a:cubicBezTo>
                  <a:pt x="437692" y="51001"/>
                  <a:pt x="452401" y="65710"/>
                  <a:pt x="470546" y="65710"/>
                </a:cubicBezTo>
                <a:cubicBezTo>
                  <a:pt x="488691" y="65710"/>
                  <a:pt x="503400" y="51001"/>
                  <a:pt x="503400" y="32856"/>
                </a:cubicBezTo>
                <a:cubicBezTo>
                  <a:pt x="503400" y="14711"/>
                  <a:pt x="488691" y="2"/>
                  <a:pt x="470546" y="2"/>
                </a:cubicBezTo>
                <a:close/>
                <a:moveTo>
                  <a:pt x="618192" y="2"/>
                </a:moveTo>
                <a:cubicBezTo>
                  <a:pt x="600047" y="2"/>
                  <a:pt x="585338" y="14711"/>
                  <a:pt x="585338" y="32856"/>
                </a:cubicBezTo>
                <a:cubicBezTo>
                  <a:pt x="585338" y="51001"/>
                  <a:pt x="600047" y="65710"/>
                  <a:pt x="618192" y="65710"/>
                </a:cubicBezTo>
                <a:cubicBezTo>
                  <a:pt x="636337" y="65710"/>
                  <a:pt x="651046" y="51001"/>
                  <a:pt x="651046" y="32856"/>
                </a:cubicBezTo>
                <a:cubicBezTo>
                  <a:pt x="651046" y="14711"/>
                  <a:pt x="636337" y="2"/>
                  <a:pt x="618192" y="2"/>
                </a:cubicBezTo>
                <a:close/>
                <a:moveTo>
                  <a:pt x="175254" y="1"/>
                </a:moveTo>
                <a:cubicBezTo>
                  <a:pt x="157109" y="1"/>
                  <a:pt x="142400" y="14710"/>
                  <a:pt x="142400" y="32855"/>
                </a:cubicBezTo>
                <a:cubicBezTo>
                  <a:pt x="142400" y="51000"/>
                  <a:pt x="157109" y="65709"/>
                  <a:pt x="175254" y="65709"/>
                </a:cubicBezTo>
                <a:cubicBezTo>
                  <a:pt x="193399" y="65709"/>
                  <a:pt x="208108" y="51000"/>
                  <a:pt x="208108" y="32855"/>
                </a:cubicBezTo>
                <a:cubicBezTo>
                  <a:pt x="208108" y="14710"/>
                  <a:pt x="193399" y="1"/>
                  <a:pt x="175254" y="1"/>
                </a:cubicBezTo>
                <a:close/>
                <a:moveTo>
                  <a:pt x="322900" y="1"/>
                </a:moveTo>
                <a:cubicBezTo>
                  <a:pt x="304755" y="1"/>
                  <a:pt x="290046" y="14710"/>
                  <a:pt x="290046" y="32855"/>
                </a:cubicBezTo>
                <a:cubicBezTo>
                  <a:pt x="290046" y="51000"/>
                  <a:pt x="304755" y="65709"/>
                  <a:pt x="322900" y="65709"/>
                </a:cubicBezTo>
                <a:cubicBezTo>
                  <a:pt x="341045" y="65709"/>
                  <a:pt x="355754" y="51000"/>
                  <a:pt x="355754" y="32855"/>
                </a:cubicBezTo>
                <a:cubicBezTo>
                  <a:pt x="355754" y="14710"/>
                  <a:pt x="341045" y="1"/>
                  <a:pt x="322900" y="1"/>
                </a:cubicBezTo>
                <a:close/>
                <a:moveTo>
                  <a:pt x="32854" y="0"/>
                </a:moveTo>
                <a:cubicBezTo>
                  <a:pt x="14709" y="0"/>
                  <a:pt x="0" y="14709"/>
                  <a:pt x="0" y="32854"/>
                </a:cubicBezTo>
                <a:cubicBezTo>
                  <a:pt x="0" y="50999"/>
                  <a:pt x="14709" y="65708"/>
                  <a:pt x="32854" y="65708"/>
                </a:cubicBezTo>
                <a:cubicBezTo>
                  <a:pt x="50999" y="65708"/>
                  <a:pt x="65708" y="50999"/>
                  <a:pt x="65708" y="32854"/>
                </a:cubicBezTo>
                <a:cubicBezTo>
                  <a:pt x="65708" y="14709"/>
                  <a:pt x="50999" y="0"/>
                  <a:pt x="3285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D7F304-7A08-4762-BAB0-4D06F95688DA}"/>
              </a:ext>
            </a:extLst>
          </p:cNvPr>
          <p:cNvSpPr txBox="1"/>
          <p:nvPr/>
        </p:nvSpPr>
        <p:spPr>
          <a:xfrm>
            <a:off x="8547529" y="4144736"/>
            <a:ext cx="285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FFFFFF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ИССЛЕДОВАНИЯ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F6A1EC5A-1E6B-48B6-B501-C68A8643DEFA}"/>
              </a:ext>
            </a:extLst>
          </p:cNvPr>
          <p:cNvSpPr/>
          <p:nvPr/>
        </p:nvSpPr>
        <p:spPr>
          <a:xfrm>
            <a:off x="4422946" y="4855890"/>
            <a:ext cx="2905329" cy="1635183"/>
          </a:xfrm>
          <a:prstGeom prst="rect">
            <a:avLst/>
          </a:prstGeom>
          <a:noFill/>
          <a:ln>
            <a:solidFill>
              <a:srgbClr val="1D7E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74076409-F6D7-4803-A4DA-4D4CF1AFE192}"/>
              </a:ext>
            </a:extLst>
          </p:cNvPr>
          <p:cNvSpPr/>
          <p:nvPr/>
        </p:nvSpPr>
        <p:spPr>
          <a:xfrm>
            <a:off x="8765162" y="2291206"/>
            <a:ext cx="2905329" cy="1656392"/>
          </a:xfrm>
          <a:prstGeom prst="rect">
            <a:avLst/>
          </a:prstGeom>
          <a:noFill/>
          <a:ln>
            <a:solidFill>
              <a:srgbClr val="1D7E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7" name="Соединитель: уступ 46">
            <a:extLst>
              <a:ext uri="{FF2B5EF4-FFF2-40B4-BE49-F238E27FC236}">
                <a16:creationId xmlns:a16="http://schemas.microsoft.com/office/drawing/2014/main" id="{A1466A8F-E414-48B5-91A1-94C8F8E8B79B}"/>
              </a:ext>
            </a:extLst>
          </p:cNvPr>
          <p:cNvCxnSpPr>
            <a:cxnSpLocks/>
          </p:cNvCxnSpPr>
          <p:nvPr/>
        </p:nvCxnSpPr>
        <p:spPr>
          <a:xfrm>
            <a:off x="1774339" y="3991088"/>
            <a:ext cx="2646236" cy="1676254"/>
          </a:xfrm>
          <a:prstGeom prst="bentConnector3">
            <a:avLst>
              <a:gd name="adj1" fmla="val 807"/>
            </a:avLst>
          </a:prstGeom>
          <a:ln w="12700">
            <a:solidFill>
              <a:srgbClr val="1D7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Соединитель: уступ 50">
            <a:extLst>
              <a:ext uri="{FF2B5EF4-FFF2-40B4-BE49-F238E27FC236}">
                <a16:creationId xmlns:a16="http://schemas.microsoft.com/office/drawing/2014/main" id="{3C9B064C-73CD-487B-9ABE-585347564025}"/>
              </a:ext>
            </a:extLst>
          </p:cNvPr>
          <p:cNvCxnSpPr>
            <a:cxnSpLocks/>
            <a:stCxn id="40" idx="3"/>
            <a:endCxn id="41" idx="2"/>
          </p:cNvCxnSpPr>
          <p:nvPr/>
        </p:nvCxnSpPr>
        <p:spPr>
          <a:xfrm flipV="1">
            <a:off x="7328275" y="3947598"/>
            <a:ext cx="2889552" cy="1725884"/>
          </a:xfrm>
          <a:prstGeom prst="bentConnector2">
            <a:avLst/>
          </a:prstGeom>
          <a:ln>
            <a:solidFill>
              <a:srgbClr val="1D7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Ссылка на слайд 7">
                <a:extLst>
                  <a:ext uri="{FF2B5EF4-FFF2-40B4-BE49-F238E27FC236}">
                    <a16:creationId xmlns:a16="http://schemas.microsoft.com/office/drawing/2014/main" id="{C295E319-4793-ABFC-D28F-D49B1D96B76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8075297"/>
                  </p:ext>
                </p:extLst>
              </p:nvPr>
            </p:nvGraphicFramePr>
            <p:xfrm>
              <a:off x="431226" y="2380334"/>
              <a:ext cx="2836676" cy="1571490"/>
            </p:xfrm>
            <a:graphic>
              <a:graphicData uri="http://schemas.microsoft.com/office/powerpoint/2016/slidezoom">
                <pslz:sldZm>
                  <pslz:sldZmObj sldId="258" cId="1691656784">
                    <pslz:zmPr id="{64F5F1ED-B88A-45CD-A365-34EAF50668BE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836676" cy="157149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Ссылка на слайд 7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C295E319-4793-ABFC-D28F-D49B1D96B76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1226" y="2380334"/>
                <a:ext cx="2836676" cy="157149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Ссылка на слайд 9">
                <a:extLst>
                  <a:ext uri="{FF2B5EF4-FFF2-40B4-BE49-F238E27FC236}">
                    <a16:creationId xmlns:a16="http://schemas.microsoft.com/office/drawing/2014/main" id="{1B0A75A8-9C57-8617-6280-772FB438178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85211122"/>
                  </p:ext>
                </p:extLst>
              </p:nvPr>
            </p:nvGraphicFramePr>
            <p:xfrm>
              <a:off x="8799587" y="2349420"/>
              <a:ext cx="2870904" cy="1539964"/>
            </p:xfrm>
            <a:graphic>
              <a:graphicData uri="http://schemas.microsoft.com/office/powerpoint/2016/slidezoom">
                <pslz:sldZm>
                  <pslz:sldZmObj sldId="268" cId="3946564939">
                    <pslz:zmPr id="{DD0F9775-72E0-4C84-A1AD-B5E496A03480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870904" cy="153996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Ссылка на слайд 9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1B0A75A8-9C57-8617-6280-772FB438178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99587" y="2349420"/>
                <a:ext cx="2870904" cy="153996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E18A351-EF92-BAD2-4761-DD205D9DA299}"/>
              </a:ext>
            </a:extLst>
          </p:cNvPr>
          <p:cNvSpPr txBox="1"/>
          <p:nvPr/>
        </p:nvSpPr>
        <p:spPr>
          <a:xfrm>
            <a:off x="3910750" y="2245808"/>
            <a:ext cx="4119961" cy="1668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1400" dirty="0"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Эта математическая основа позволяет нам построить интерактивный редактор, где любая диаграмма Хассе автоматически превращается в работающую вычислительную систему.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CF2D95-E4C6-151D-2DB3-AEA5F30E6BF6}"/>
              </a:ext>
            </a:extLst>
          </p:cNvPr>
          <p:cNvSpPr txBox="1"/>
          <p:nvPr/>
        </p:nvSpPr>
        <p:spPr>
          <a:xfrm>
            <a:off x="380609" y="1872374"/>
            <a:ext cx="2887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latin typeface="Bahnschrift SemiBold Condensed" panose="020B0502040204020203" pitchFamily="34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Базовые концепции</a:t>
            </a:r>
            <a:r>
              <a:rPr lang="en-US" sz="1800" b="1" dirty="0">
                <a:latin typeface="Bahnschrift SemiBold Condensed" panose="020B0502040204020203" pitchFamily="34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:</a:t>
            </a:r>
            <a:endParaRPr lang="ru-RU" sz="1800" b="1" dirty="0">
              <a:latin typeface="Bahnschrift SemiBold Condensed" panose="020B0502040204020203" pitchFamily="34" charset="0"/>
              <a:ea typeface="Microsoft JhengHei Light" panose="020B03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1D00F7-BF68-271F-C169-C6A98A2233D1}"/>
              </a:ext>
            </a:extLst>
          </p:cNvPr>
          <p:cNvSpPr txBox="1"/>
          <p:nvPr/>
        </p:nvSpPr>
        <p:spPr>
          <a:xfrm>
            <a:off x="8822639" y="1876476"/>
            <a:ext cx="2887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latin typeface="Bahnschrift SemiBold Condensed" panose="020B0502040204020203" pitchFamily="34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Структура порядка</a:t>
            </a:r>
            <a:r>
              <a:rPr lang="en-US" sz="1800" b="1" dirty="0">
                <a:latin typeface="Bahnschrift SemiBold Condensed" panose="020B0502040204020203" pitchFamily="34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:</a:t>
            </a:r>
            <a:endParaRPr lang="ru-RU" sz="1800" b="1" dirty="0">
              <a:latin typeface="Bahnschrift SemiBold Condensed" panose="020B0502040204020203" pitchFamily="34" charset="0"/>
              <a:ea typeface="Microsoft JhengHei Light" panose="020B03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C6C6DD-C875-933E-58B6-C8F39A041D06}"/>
              </a:ext>
            </a:extLst>
          </p:cNvPr>
          <p:cNvSpPr txBox="1"/>
          <p:nvPr/>
        </p:nvSpPr>
        <p:spPr>
          <a:xfrm>
            <a:off x="4019149" y="4392380"/>
            <a:ext cx="3775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latin typeface="Bahnschrift SemiBold Condensed" panose="020B0502040204020203" pitchFamily="34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Трансформация в вычислительную систему</a:t>
            </a:r>
            <a:r>
              <a:rPr lang="en-US" sz="1800" b="1" dirty="0">
                <a:latin typeface="Bahnschrift SemiBold Condensed" panose="020B0502040204020203" pitchFamily="34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:</a:t>
            </a:r>
            <a:endParaRPr lang="ru-RU" sz="1800" b="1" dirty="0">
              <a:latin typeface="Bahnschrift SemiBold Condensed" panose="020B0502040204020203" pitchFamily="34" charset="0"/>
              <a:ea typeface="Microsoft JhengHei Light" panose="020B0304030504040204" pitchFamily="34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Ссылка на слайд 4">
                <a:extLst>
                  <a:ext uri="{FF2B5EF4-FFF2-40B4-BE49-F238E27FC236}">
                    <a16:creationId xmlns:a16="http://schemas.microsoft.com/office/drawing/2014/main" id="{E125E02E-689F-8894-1E01-FA59149BC84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29055937"/>
                  </p:ext>
                </p:extLst>
              </p:nvPr>
            </p:nvGraphicFramePr>
            <p:xfrm>
              <a:off x="4446730" y="4899025"/>
              <a:ext cx="2855770" cy="1555750"/>
            </p:xfrm>
            <a:graphic>
              <a:graphicData uri="http://schemas.microsoft.com/office/powerpoint/2016/slidezoom">
                <pslz:sldZm>
                  <pslz:sldZmObj sldId="272" cId="2478350961">
                    <pslz:zmPr id="{8FFB7A2C-766F-456A-810C-0EBCA68AD08B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855770" cy="155575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Ссылка на слайд 4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E125E02E-689F-8894-1E01-FA59149BC8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46730" y="4899025"/>
                <a:ext cx="2855770" cy="155575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09976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301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8B42724B-280E-493F-AC8D-72AD058A4129}"/>
              </a:ext>
            </a:extLst>
          </p:cNvPr>
          <p:cNvSpPr/>
          <p:nvPr/>
        </p:nvSpPr>
        <p:spPr>
          <a:xfrm>
            <a:off x="0" y="0"/>
            <a:ext cx="6618514" cy="6858000"/>
          </a:xfrm>
          <a:custGeom>
            <a:avLst/>
            <a:gdLst>
              <a:gd name="connsiteX0" fmla="*/ 0 w 6846849"/>
              <a:gd name="connsiteY0" fmla="*/ 0 h 6858000"/>
              <a:gd name="connsiteX1" fmla="*/ 6846849 w 6846849"/>
              <a:gd name="connsiteY1" fmla="*/ 0 h 6858000"/>
              <a:gd name="connsiteX2" fmla="*/ 5431015 w 6846849"/>
              <a:gd name="connsiteY2" fmla="*/ 6858000 h 6858000"/>
              <a:gd name="connsiteX3" fmla="*/ 0 w 68468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6849" h="6858000">
                <a:moveTo>
                  <a:pt x="0" y="0"/>
                </a:moveTo>
                <a:lnTo>
                  <a:pt x="6846849" y="0"/>
                </a:lnTo>
                <a:lnTo>
                  <a:pt x="543101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1A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41975F19-CA0C-4ABE-AEC8-99DF5F82DD0F}"/>
              </a:ext>
            </a:extLst>
          </p:cNvPr>
          <p:cNvSpPr/>
          <p:nvPr/>
        </p:nvSpPr>
        <p:spPr>
          <a:xfrm flipH="1">
            <a:off x="11344968" y="294209"/>
            <a:ext cx="651046" cy="656863"/>
          </a:xfrm>
          <a:custGeom>
            <a:avLst/>
            <a:gdLst>
              <a:gd name="connsiteX0" fmla="*/ 35652 w 651046"/>
              <a:gd name="connsiteY0" fmla="*/ 591155 h 656863"/>
              <a:gd name="connsiteX1" fmla="*/ 2798 w 651046"/>
              <a:gd name="connsiteY1" fmla="*/ 624009 h 656863"/>
              <a:gd name="connsiteX2" fmla="*/ 35652 w 651046"/>
              <a:gd name="connsiteY2" fmla="*/ 656863 h 656863"/>
              <a:gd name="connsiteX3" fmla="*/ 68506 w 651046"/>
              <a:gd name="connsiteY3" fmla="*/ 624009 h 656863"/>
              <a:gd name="connsiteX4" fmla="*/ 35652 w 651046"/>
              <a:gd name="connsiteY4" fmla="*/ 591155 h 656863"/>
              <a:gd name="connsiteX5" fmla="*/ 35652 w 651046"/>
              <a:gd name="connsiteY5" fmla="*/ 442682 h 656863"/>
              <a:gd name="connsiteX6" fmla="*/ 2798 w 651046"/>
              <a:gd name="connsiteY6" fmla="*/ 475536 h 656863"/>
              <a:gd name="connsiteX7" fmla="*/ 35652 w 651046"/>
              <a:gd name="connsiteY7" fmla="*/ 508390 h 656863"/>
              <a:gd name="connsiteX8" fmla="*/ 68506 w 651046"/>
              <a:gd name="connsiteY8" fmla="*/ 475536 h 656863"/>
              <a:gd name="connsiteX9" fmla="*/ 35652 w 651046"/>
              <a:gd name="connsiteY9" fmla="*/ 442682 h 656863"/>
              <a:gd name="connsiteX10" fmla="*/ 175255 w 651046"/>
              <a:gd name="connsiteY10" fmla="*/ 442682 h 656863"/>
              <a:gd name="connsiteX11" fmla="*/ 142401 w 651046"/>
              <a:gd name="connsiteY11" fmla="*/ 475536 h 656863"/>
              <a:gd name="connsiteX12" fmla="*/ 175255 w 651046"/>
              <a:gd name="connsiteY12" fmla="*/ 508390 h 656863"/>
              <a:gd name="connsiteX13" fmla="*/ 208109 w 651046"/>
              <a:gd name="connsiteY13" fmla="*/ 475536 h 656863"/>
              <a:gd name="connsiteX14" fmla="*/ 175255 w 651046"/>
              <a:gd name="connsiteY14" fmla="*/ 442682 h 656863"/>
              <a:gd name="connsiteX15" fmla="*/ 35652 w 651046"/>
              <a:gd name="connsiteY15" fmla="*/ 294209 h 656863"/>
              <a:gd name="connsiteX16" fmla="*/ 2798 w 651046"/>
              <a:gd name="connsiteY16" fmla="*/ 327063 h 656863"/>
              <a:gd name="connsiteX17" fmla="*/ 35652 w 651046"/>
              <a:gd name="connsiteY17" fmla="*/ 359917 h 656863"/>
              <a:gd name="connsiteX18" fmla="*/ 68506 w 651046"/>
              <a:gd name="connsiteY18" fmla="*/ 327063 h 656863"/>
              <a:gd name="connsiteX19" fmla="*/ 35652 w 651046"/>
              <a:gd name="connsiteY19" fmla="*/ 294209 h 656863"/>
              <a:gd name="connsiteX20" fmla="*/ 175255 w 651046"/>
              <a:gd name="connsiteY20" fmla="*/ 294208 h 656863"/>
              <a:gd name="connsiteX21" fmla="*/ 142401 w 651046"/>
              <a:gd name="connsiteY21" fmla="*/ 327062 h 656863"/>
              <a:gd name="connsiteX22" fmla="*/ 175255 w 651046"/>
              <a:gd name="connsiteY22" fmla="*/ 359916 h 656863"/>
              <a:gd name="connsiteX23" fmla="*/ 208109 w 651046"/>
              <a:gd name="connsiteY23" fmla="*/ 327062 h 656863"/>
              <a:gd name="connsiteX24" fmla="*/ 175255 w 651046"/>
              <a:gd name="connsiteY24" fmla="*/ 294208 h 656863"/>
              <a:gd name="connsiteX25" fmla="*/ 35652 w 651046"/>
              <a:gd name="connsiteY25" fmla="*/ 148473 h 656863"/>
              <a:gd name="connsiteX26" fmla="*/ 2798 w 651046"/>
              <a:gd name="connsiteY26" fmla="*/ 181327 h 656863"/>
              <a:gd name="connsiteX27" fmla="*/ 35652 w 651046"/>
              <a:gd name="connsiteY27" fmla="*/ 214181 h 656863"/>
              <a:gd name="connsiteX28" fmla="*/ 68506 w 651046"/>
              <a:gd name="connsiteY28" fmla="*/ 181327 h 656863"/>
              <a:gd name="connsiteX29" fmla="*/ 35652 w 651046"/>
              <a:gd name="connsiteY29" fmla="*/ 148473 h 656863"/>
              <a:gd name="connsiteX30" fmla="*/ 175254 w 651046"/>
              <a:gd name="connsiteY30" fmla="*/ 148472 h 656863"/>
              <a:gd name="connsiteX31" fmla="*/ 142400 w 651046"/>
              <a:gd name="connsiteY31" fmla="*/ 181326 h 656863"/>
              <a:gd name="connsiteX32" fmla="*/ 175254 w 651046"/>
              <a:gd name="connsiteY32" fmla="*/ 214180 h 656863"/>
              <a:gd name="connsiteX33" fmla="*/ 208108 w 651046"/>
              <a:gd name="connsiteY33" fmla="*/ 181326 h 656863"/>
              <a:gd name="connsiteX34" fmla="*/ 175254 w 651046"/>
              <a:gd name="connsiteY34" fmla="*/ 148472 h 656863"/>
              <a:gd name="connsiteX35" fmla="*/ 325698 w 651046"/>
              <a:gd name="connsiteY35" fmla="*/ 148471 h 656863"/>
              <a:gd name="connsiteX36" fmla="*/ 292844 w 651046"/>
              <a:gd name="connsiteY36" fmla="*/ 181325 h 656863"/>
              <a:gd name="connsiteX37" fmla="*/ 325698 w 651046"/>
              <a:gd name="connsiteY37" fmla="*/ 214179 h 656863"/>
              <a:gd name="connsiteX38" fmla="*/ 358552 w 651046"/>
              <a:gd name="connsiteY38" fmla="*/ 181325 h 656863"/>
              <a:gd name="connsiteX39" fmla="*/ 325698 w 651046"/>
              <a:gd name="connsiteY39" fmla="*/ 148471 h 656863"/>
              <a:gd name="connsiteX40" fmla="*/ 476142 w 651046"/>
              <a:gd name="connsiteY40" fmla="*/ 148471 h 656863"/>
              <a:gd name="connsiteX41" fmla="*/ 443288 w 651046"/>
              <a:gd name="connsiteY41" fmla="*/ 181325 h 656863"/>
              <a:gd name="connsiteX42" fmla="*/ 476142 w 651046"/>
              <a:gd name="connsiteY42" fmla="*/ 214179 h 656863"/>
              <a:gd name="connsiteX43" fmla="*/ 508996 w 651046"/>
              <a:gd name="connsiteY43" fmla="*/ 181325 h 656863"/>
              <a:gd name="connsiteX44" fmla="*/ 476142 w 651046"/>
              <a:gd name="connsiteY44" fmla="*/ 148471 h 656863"/>
              <a:gd name="connsiteX45" fmla="*/ 470546 w 651046"/>
              <a:gd name="connsiteY45" fmla="*/ 2 h 656863"/>
              <a:gd name="connsiteX46" fmla="*/ 437692 w 651046"/>
              <a:gd name="connsiteY46" fmla="*/ 32856 h 656863"/>
              <a:gd name="connsiteX47" fmla="*/ 470546 w 651046"/>
              <a:gd name="connsiteY47" fmla="*/ 65710 h 656863"/>
              <a:gd name="connsiteX48" fmla="*/ 503400 w 651046"/>
              <a:gd name="connsiteY48" fmla="*/ 32856 h 656863"/>
              <a:gd name="connsiteX49" fmla="*/ 470546 w 651046"/>
              <a:gd name="connsiteY49" fmla="*/ 2 h 656863"/>
              <a:gd name="connsiteX50" fmla="*/ 618192 w 651046"/>
              <a:gd name="connsiteY50" fmla="*/ 2 h 656863"/>
              <a:gd name="connsiteX51" fmla="*/ 585338 w 651046"/>
              <a:gd name="connsiteY51" fmla="*/ 32856 h 656863"/>
              <a:gd name="connsiteX52" fmla="*/ 618192 w 651046"/>
              <a:gd name="connsiteY52" fmla="*/ 65710 h 656863"/>
              <a:gd name="connsiteX53" fmla="*/ 651046 w 651046"/>
              <a:gd name="connsiteY53" fmla="*/ 32856 h 656863"/>
              <a:gd name="connsiteX54" fmla="*/ 618192 w 651046"/>
              <a:gd name="connsiteY54" fmla="*/ 2 h 656863"/>
              <a:gd name="connsiteX55" fmla="*/ 175254 w 651046"/>
              <a:gd name="connsiteY55" fmla="*/ 1 h 656863"/>
              <a:gd name="connsiteX56" fmla="*/ 142400 w 651046"/>
              <a:gd name="connsiteY56" fmla="*/ 32855 h 656863"/>
              <a:gd name="connsiteX57" fmla="*/ 175254 w 651046"/>
              <a:gd name="connsiteY57" fmla="*/ 65709 h 656863"/>
              <a:gd name="connsiteX58" fmla="*/ 208108 w 651046"/>
              <a:gd name="connsiteY58" fmla="*/ 32855 h 656863"/>
              <a:gd name="connsiteX59" fmla="*/ 175254 w 651046"/>
              <a:gd name="connsiteY59" fmla="*/ 1 h 656863"/>
              <a:gd name="connsiteX60" fmla="*/ 322900 w 651046"/>
              <a:gd name="connsiteY60" fmla="*/ 1 h 656863"/>
              <a:gd name="connsiteX61" fmla="*/ 290046 w 651046"/>
              <a:gd name="connsiteY61" fmla="*/ 32855 h 656863"/>
              <a:gd name="connsiteX62" fmla="*/ 322900 w 651046"/>
              <a:gd name="connsiteY62" fmla="*/ 65709 h 656863"/>
              <a:gd name="connsiteX63" fmla="*/ 355754 w 651046"/>
              <a:gd name="connsiteY63" fmla="*/ 32855 h 656863"/>
              <a:gd name="connsiteX64" fmla="*/ 322900 w 651046"/>
              <a:gd name="connsiteY64" fmla="*/ 1 h 656863"/>
              <a:gd name="connsiteX65" fmla="*/ 32854 w 651046"/>
              <a:gd name="connsiteY65" fmla="*/ 0 h 656863"/>
              <a:gd name="connsiteX66" fmla="*/ 0 w 651046"/>
              <a:gd name="connsiteY66" fmla="*/ 32854 h 656863"/>
              <a:gd name="connsiteX67" fmla="*/ 32854 w 651046"/>
              <a:gd name="connsiteY67" fmla="*/ 65708 h 656863"/>
              <a:gd name="connsiteX68" fmla="*/ 65708 w 651046"/>
              <a:gd name="connsiteY68" fmla="*/ 32854 h 656863"/>
              <a:gd name="connsiteX69" fmla="*/ 32854 w 651046"/>
              <a:gd name="connsiteY69" fmla="*/ 0 h 65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651046" h="656863">
                <a:moveTo>
                  <a:pt x="35652" y="591155"/>
                </a:moveTo>
                <a:cubicBezTo>
                  <a:pt x="17507" y="591155"/>
                  <a:pt x="2798" y="605864"/>
                  <a:pt x="2798" y="624009"/>
                </a:cubicBezTo>
                <a:cubicBezTo>
                  <a:pt x="2798" y="642154"/>
                  <a:pt x="17507" y="656863"/>
                  <a:pt x="35652" y="656863"/>
                </a:cubicBezTo>
                <a:cubicBezTo>
                  <a:pt x="53797" y="656863"/>
                  <a:pt x="68506" y="642154"/>
                  <a:pt x="68506" y="624009"/>
                </a:cubicBezTo>
                <a:cubicBezTo>
                  <a:pt x="68506" y="605864"/>
                  <a:pt x="53797" y="591155"/>
                  <a:pt x="35652" y="591155"/>
                </a:cubicBezTo>
                <a:close/>
                <a:moveTo>
                  <a:pt x="35652" y="442682"/>
                </a:moveTo>
                <a:cubicBezTo>
                  <a:pt x="17507" y="442682"/>
                  <a:pt x="2798" y="457391"/>
                  <a:pt x="2798" y="475536"/>
                </a:cubicBezTo>
                <a:cubicBezTo>
                  <a:pt x="2798" y="493681"/>
                  <a:pt x="17507" y="508390"/>
                  <a:pt x="35652" y="508390"/>
                </a:cubicBezTo>
                <a:cubicBezTo>
                  <a:pt x="53797" y="508390"/>
                  <a:pt x="68506" y="493681"/>
                  <a:pt x="68506" y="475536"/>
                </a:cubicBezTo>
                <a:cubicBezTo>
                  <a:pt x="68506" y="457391"/>
                  <a:pt x="53797" y="442682"/>
                  <a:pt x="35652" y="442682"/>
                </a:cubicBezTo>
                <a:close/>
                <a:moveTo>
                  <a:pt x="175255" y="442682"/>
                </a:moveTo>
                <a:cubicBezTo>
                  <a:pt x="157110" y="442682"/>
                  <a:pt x="142401" y="457391"/>
                  <a:pt x="142401" y="475536"/>
                </a:cubicBezTo>
                <a:cubicBezTo>
                  <a:pt x="142401" y="493681"/>
                  <a:pt x="157110" y="508390"/>
                  <a:pt x="175255" y="508390"/>
                </a:cubicBezTo>
                <a:cubicBezTo>
                  <a:pt x="193400" y="508390"/>
                  <a:pt x="208109" y="493681"/>
                  <a:pt x="208109" y="475536"/>
                </a:cubicBezTo>
                <a:cubicBezTo>
                  <a:pt x="208109" y="457391"/>
                  <a:pt x="193400" y="442682"/>
                  <a:pt x="175255" y="442682"/>
                </a:cubicBezTo>
                <a:close/>
                <a:moveTo>
                  <a:pt x="35652" y="294209"/>
                </a:moveTo>
                <a:cubicBezTo>
                  <a:pt x="17507" y="294209"/>
                  <a:pt x="2798" y="308918"/>
                  <a:pt x="2798" y="327063"/>
                </a:cubicBezTo>
                <a:cubicBezTo>
                  <a:pt x="2798" y="345208"/>
                  <a:pt x="17507" y="359917"/>
                  <a:pt x="35652" y="359917"/>
                </a:cubicBezTo>
                <a:cubicBezTo>
                  <a:pt x="53797" y="359917"/>
                  <a:pt x="68506" y="345208"/>
                  <a:pt x="68506" y="327063"/>
                </a:cubicBezTo>
                <a:cubicBezTo>
                  <a:pt x="68506" y="308918"/>
                  <a:pt x="53797" y="294209"/>
                  <a:pt x="35652" y="294209"/>
                </a:cubicBezTo>
                <a:close/>
                <a:moveTo>
                  <a:pt x="175255" y="294208"/>
                </a:moveTo>
                <a:cubicBezTo>
                  <a:pt x="157110" y="294208"/>
                  <a:pt x="142401" y="308917"/>
                  <a:pt x="142401" y="327062"/>
                </a:cubicBezTo>
                <a:cubicBezTo>
                  <a:pt x="142401" y="345207"/>
                  <a:pt x="157110" y="359916"/>
                  <a:pt x="175255" y="359916"/>
                </a:cubicBezTo>
                <a:cubicBezTo>
                  <a:pt x="193400" y="359916"/>
                  <a:pt x="208109" y="345207"/>
                  <a:pt x="208109" y="327062"/>
                </a:cubicBezTo>
                <a:cubicBezTo>
                  <a:pt x="208109" y="308917"/>
                  <a:pt x="193400" y="294208"/>
                  <a:pt x="175255" y="294208"/>
                </a:cubicBezTo>
                <a:close/>
                <a:moveTo>
                  <a:pt x="35652" y="148473"/>
                </a:moveTo>
                <a:cubicBezTo>
                  <a:pt x="17507" y="148473"/>
                  <a:pt x="2798" y="163182"/>
                  <a:pt x="2798" y="181327"/>
                </a:cubicBezTo>
                <a:cubicBezTo>
                  <a:pt x="2798" y="199472"/>
                  <a:pt x="17507" y="214181"/>
                  <a:pt x="35652" y="214181"/>
                </a:cubicBezTo>
                <a:cubicBezTo>
                  <a:pt x="53797" y="214181"/>
                  <a:pt x="68506" y="199472"/>
                  <a:pt x="68506" y="181327"/>
                </a:cubicBezTo>
                <a:cubicBezTo>
                  <a:pt x="68506" y="163182"/>
                  <a:pt x="53797" y="148473"/>
                  <a:pt x="35652" y="148473"/>
                </a:cubicBezTo>
                <a:close/>
                <a:moveTo>
                  <a:pt x="175254" y="148472"/>
                </a:moveTo>
                <a:cubicBezTo>
                  <a:pt x="157109" y="148472"/>
                  <a:pt x="142400" y="163181"/>
                  <a:pt x="142400" y="181326"/>
                </a:cubicBezTo>
                <a:cubicBezTo>
                  <a:pt x="142400" y="199471"/>
                  <a:pt x="157109" y="214180"/>
                  <a:pt x="175254" y="214180"/>
                </a:cubicBezTo>
                <a:cubicBezTo>
                  <a:pt x="193399" y="214180"/>
                  <a:pt x="208108" y="199471"/>
                  <a:pt x="208108" y="181326"/>
                </a:cubicBezTo>
                <a:cubicBezTo>
                  <a:pt x="208108" y="163181"/>
                  <a:pt x="193399" y="148472"/>
                  <a:pt x="175254" y="148472"/>
                </a:cubicBezTo>
                <a:close/>
                <a:moveTo>
                  <a:pt x="325698" y="148471"/>
                </a:moveTo>
                <a:cubicBezTo>
                  <a:pt x="307553" y="148471"/>
                  <a:pt x="292844" y="163180"/>
                  <a:pt x="292844" y="181325"/>
                </a:cubicBezTo>
                <a:cubicBezTo>
                  <a:pt x="292844" y="199470"/>
                  <a:pt x="307553" y="214179"/>
                  <a:pt x="325698" y="214179"/>
                </a:cubicBezTo>
                <a:cubicBezTo>
                  <a:pt x="343843" y="214179"/>
                  <a:pt x="358552" y="199470"/>
                  <a:pt x="358552" y="181325"/>
                </a:cubicBezTo>
                <a:cubicBezTo>
                  <a:pt x="358552" y="163180"/>
                  <a:pt x="343843" y="148471"/>
                  <a:pt x="325698" y="148471"/>
                </a:cubicBezTo>
                <a:close/>
                <a:moveTo>
                  <a:pt x="476142" y="148471"/>
                </a:moveTo>
                <a:cubicBezTo>
                  <a:pt x="457997" y="148471"/>
                  <a:pt x="443288" y="163180"/>
                  <a:pt x="443288" y="181325"/>
                </a:cubicBezTo>
                <a:cubicBezTo>
                  <a:pt x="443288" y="199470"/>
                  <a:pt x="457997" y="214179"/>
                  <a:pt x="476142" y="214179"/>
                </a:cubicBezTo>
                <a:cubicBezTo>
                  <a:pt x="494287" y="214179"/>
                  <a:pt x="508996" y="199470"/>
                  <a:pt x="508996" y="181325"/>
                </a:cubicBezTo>
                <a:cubicBezTo>
                  <a:pt x="508996" y="163180"/>
                  <a:pt x="494287" y="148471"/>
                  <a:pt x="476142" y="148471"/>
                </a:cubicBezTo>
                <a:close/>
                <a:moveTo>
                  <a:pt x="470546" y="2"/>
                </a:moveTo>
                <a:cubicBezTo>
                  <a:pt x="452401" y="2"/>
                  <a:pt x="437692" y="14711"/>
                  <a:pt x="437692" y="32856"/>
                </a:cubicBezTo>
                <a:cubicBezTo>
                  <a:pt x="437692" y="51001"/>
                  <a:pt x="452401" y="65710"/>
                  <a:pt x="470546" y="65710"/>
                </a:cubicBezTo>
                <a:cubicBezTo>
                  <a:pt x="488691" y="65710"/>
                  <a:pt x="503400" y="51001"/>
                  <a:pt x="503400" y="32856"/>
                </a:cubicBezTo>
                <a:cubicBezTo>
                  <a:pt x="503400" y="14711"/>
                  <a:pt x="488691" y="2"/>
                  <a:pt x="470546" y="2"/>
                </a:cubicBezTo>
                <a:close/>
                <a:moveTo>
                  <a:pt x="618192" y="2"/>
                </a:moveTo>
                <a:cubicBezTo>
                  <a:pt x="600047" y="2"/>
                  <a:pt x="585338" y="14711"/>
                  <a:pt x="585338" y="32856"/>
                </a:cubicBezTo>
                <a:cubicBezTo>
                  <a:pt x="585338" y="51001"/>
                  <a:pt x="600047" y="65710"/>
                  <a:pt x="618192" y="65710"/>
                </a:cubicBezTo>
                <a:cubicBezTo>
                  <a:pt x="636337" y="65710"/>
                  <a:pt x="651046" y="51001"/>
                  <a:pt x="651046" y="32856"/>
                </a:cubicBezTo>
                <a:cubicBezTo>
                  <a:pt x="651046" y="14711"/>
                  <a:pt x="636337" y="2"/>
                  <a:pt x="618192" y="2"/>
                </a:cubicBezTo>
                <a:close/>
                <a:moveTo>
                  <a:pt x="175254" y="1"/>
                </a:moveTo>
                <a:cubicBezTo>
                  <a:pt x="157109" y="1"/>
                  <a:pt x="142400" y="14710"/>
                  <a:pt x="142400" y="32855"/>
                </a:cubicBezTo>
                <a:cubicBezTo>
                  <a:pt x="142400" y="51000"/>
                  <a:pt x="157109" y="65709"/>
                  <a:pt x="175254" y="65709"/>
                </a:cubicBezTo>
                <a:cubicBezTo>
                  <a:pt x="193399" y="65709"/>
                  <a:pt x="208108" y="51000"/>
                  <a:pt x="208108" y="32855"/>
                </a:cubicBezTo>
                <a:cubicBezTo>
                  <a:pt x="208108" y="14710"/>
                  <a:pt x="193399" y="1"/>
                  <a:pt x="175254" y="1"/>
                </a:cubicBezTo>
                <a:close/>
                <a:moveTo>
                  <a:pt x="322900" y="1"/>
                </a:moveTo>
                <a:cubicBezTo>
                  <a:pt x="304755" y="1"/>
                  <a:pt x="290046" y="14710"/>
                  <a:pt x="290046" y="32855"/>
                </a:cubicBezTo>
                <a:cubicBezTo>
                  <a:pt x="290046" y="51000"/>
                  <a:pt x="304755" y="65709"/>
                  <a:pt x="322900" y="65709"/>
                </a:cubicBezTo>
                <a:cubicBezTo>
                  <a:pt x="341045" y="65709"/>
                  <a:pt x="355754" y="51000"/>
                  <a:pt x="355754" y="32855"/>
                </a:cubicBezTo>
                <a:cubicBezTo>
                  <a:pt x="355754" y="14710"/>
                  <a:pt x="341045" y="1"/>
                  <a:pt x="322900" y="1"/>
                </a:cubicBezTo>
                <a:close/>
                <a:moveTo>
                  <a:pt x="32854" y="0"/>
                </a:moveTo>
                <a:cubicBezTo>
                  <a:pt x="14709" y="0"/>
                  <a:pt x="0" y="14709"/>
                  <a:pt x="0" y="32854"/>
                </a:cubicBezTo>
                <a:cubicBezTo>
                  <a:pt x="0" y="50999"/>
                  <a:pt x="14709" y="65708"/>
                  <a:pt x="32854" y="65708"/>
                </a:cubicBezTo>
                <a:cubicBezTo>
                  <a:pt x="50999" y="65708"/>
                  <a:pt x="65708" y="50999"/>
                  <a:pt x="65708" y="32854"/>
                </a:cubicBezTo>
                <a:cubicBezTo>
                  <a:pt x="65708" y="14709"/>
                  <a:pt x="50999" y="0"/>
                  <a:pt x="32854" y="0"/>
                </a:cubicBezTo>
                <a:close/>
              </a:path>
            </a:pathLst>
          </a:custGeom>
          <a:solidFill>
            <a:srgbClr val="2399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C13E7C78-76D3-4B87-97C5-E288ACC3A79A}"/>
              </a:ext>
            </a:extLst>
          </p:cNvPr>
          <p:cNvSpPr/>
          <p:nvPr/>
        </p:nvSpPr>
        <p:spPr>
          <a:xfrm>
            <a:off x="1073727" y="921937"/>
            <a:ext cx="9818956" cy="5341434"/>
          </a:xfrm>
          <a:custGeom>
            <a:avLst/>
            <a:gdLst>
              <a:gd name="connsiteX0" fmla="*/ 4600209 w 9846526"/>
              <a:gd name="connsiteY0" fmla="*/ 385725 h 5341434"/>
              <a:gd name="connsiteX1" fmla="*/ 1251587 w 9846526"/>
              <a:gd name="connsiteY1" fmla="*/ 666046 h 5341434"/>
              <a:gd name="connsiteX2" fmla="*/ 485304 w 9846526"/>
              <a:gd name="connsiteY2" fmla="*/ 1449647 h 5341434"/>
              <a:gd name="connsiteX3" fmla="*/ 1 w 9846526"/>
              <a:gd name="connsiteY3" fmla="*/ 4636193 h 5341434"/>
              <a:gd name="connsiteX4" fmla="*/ 440740 w 9846526"/>
              <a:gd name="connsiteY4" fmla="*/ 5328881 h 5341434"/>
              <a:gd name="connsiteX5" fmla="*/ 587489 w 9846526"/>
              <a:gd name="connsiteY5" fmla="*/ 5341434 h 5341434"/>
              <a:gd name="connsiteX6" fmla="*/ 587488 w 9846526"/>
              <a:gd name="connsiteY6" fmla="*/ 5341434 h 5341434"/>
              <a:gd name="connsiteX7" fmla="*/ 0 w 9846526"/>
              <a:gd name="connsiteY7" fmla="*/ 4636193 h 5341434"/>
              <a:gd name="connsiteX8" fmla="*/ 485303 w 9846526"/>
              <a:gd name="connsiteY8" fmla="*/ 1449647 h 5341434"/>
              <a:gd name="connsiteX9" fmla="*/ 1251586 w 9846526"/>
              <a:gd name="connsiteY9" fmla="*/ 666046 h 5341434"/>
              <a:gd name="connsiteX10" fmla="*/ 9207955 w 9846526"/>
              <a:gd name="connsiteY10" fmla="*/ 0 h 5341434"/>
              <a:gd name="connsiteX11" fmla="*/ 9846526 w 9846526"/>
              <a:gd name="connsiteY11" fmla="*/ 626883 h 5341434"/>
              <a:gd name="connsiteX12" fmla="*/ 9425080 w 9846526"/>
              <a:gd name="connsiteY12" fmla="*/ 3904847 h 5341434"/>
              <a:gd name="connsiteX13" fmla="*/ 8620483 w 9846526"/>
              <a:gd name="connsiteY13" fmla="*/ 4623148 h 5341434"/>
              <a:gd name="connsiteX14" fmla="*/ 4331994 w 9846526"/>
              <a:gd name="connsiteY14" fmla="*/ 5006612 h 5341434"/>
              <a:gd name="connsiteX15" fmla="*/ 5298036 w 9846526"/>
              <a:gd name="connsiteY15" fmla="*/ 327308 h 5341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846526" h="5341434">
                <a:moveTo>
                  <a:pt x="4600209" y="385725"/>
                </a:moveTo>
                <a:lnTo>
                  <a:pt x="1251587" y="666046"/>
                </a:lnTo>
                <a:cubicBezTo>
                  <a:pt x="828380" y="666046"/>
                  <a:pt x="485304" y="1016875"/>
                  <a:pt x="485304" y="1449647"/>
                </a:cubicBezTo>
                <a:lnTo>
                  <a:pt x="1" y="4636193"/>
                </a:lnTo>
                <a:cubicBezTo>
                  <a:pt x="1" y="5014868"/>
                  <a:pt x="125780" y="5270812"/>
                  <a:pt x="440740" y="5328881"/>
                </a:cubicBezTo>
                <a:lnTo>
                  <a:pt x="587489" y="5341434"/>
                </a:lnTo>
                <a:lnTo>
                  <a:pt x="587488" y="5341434"/>
                </a:lnTo>
                <a:cubicBezTo>
                  <a:pt x="164282" y="5341434"/>
                  <a:pt x="0" y="5068964"/>
                  <a:pt x="0" y="4636193"/>
                </a:cubicBezTo>
                <a:lnTo>
                  <a:pt x="485303" y="1449647"/>
                </a:lnTo>
                <a:cubicBezTo>
                  <a:pt x="485303" y="1016875"/>
                  <a:pt x="828379" y="666046"/>
                  <a:pt x="1251586" y="666046"/>
                </a:cubicBezTo>
                <a:close/>
                <a:moveTo>
                  <a:pt x="9207955" y="0"/>
                </a:moveTo>
                <a:cubicBezTo>
                  <a:pt x="9631162" y="0"/>
                  <a:pt x="9846526" y="194111"/>
                  <a:pt x="9846526" y="626883"/>
                </a:cubicBezTo>
                <a:lnTo>
                  <a:pt x="9425080" y="3904847"/>
                </a:lnTo>
                <a:cubicBezTo>
                  <a:pt x="9425080" y="4337619"/>
                  <a:pt x="9043690" y="4623148"/>
                  <a:pt x="8620483" y="4623148"/>
                </a:cubicBezTo>
                <a:lnTo>
                  <a:pt x="4331994" y="5006612"/>
                </a:lnTo>
                <a:lnTo>
                  <a:pt x="5298036" y="327308"/>
                </a:lnTo>
                <a:close/>
              </a:path>
            </a:pathLst>
          </a:custGeom>
          <a:solidFill>
            <a:srgbClr val="27A9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8C712-4391-40F2-ADB2-1331F4E1C08E}"/>
              </a:ext>
            </a:extLst>
          </p:cNvPr>
          <p:cNvSpPr txBox="1"/>
          <p:nvPr/>
        </p:nvSpPr>
        <p:spPr>
          <a:xfrm rot="21298241">
            <a:off x="6005047" y="1231596"/>
            <a:ext cx="47728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rgbClr val="FFFFFF"/>
                </a:solidFill>
                <a:latin typeface="Bahnschrift SemiBold Condensed" panose="020B0502040204020203" pitchFamily="34" charset="0"/>
                <a:ea typeface="Yu Gothic UI Semilight" panose="020B0400000000000000" pitchFamily="34" charset="-128"/>
              </a:rPr>
              <a:t>Конечное кольцо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F3F9AB0-A29E-43D9-97AD-9B8F411E37F9}"/>
              </a:ext>
            </a:extLst>
          </p:cNvPr>
          <p:cNvSpPr/>
          <p:nvPr/>
        </p:nvSpPr>
        <p:spPr>
          <a:xfrm>
            <a:off x="952102" y="6036732"/>
            <a:ext cx="612896" cy="617386"/>
          </a:xfrm>
          <a:prstGeom prst="roundRect">
            <a:avLst/>
          </a:prstGeom>
          <a:solidFill>
            <a:srgbClr val="777777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D89A9B-8217-4F93-8C79-3CD2C6ADD4E1}"/>
              </a:ext>
            </a:extLst>
          </p:cNvPr>
          <p:cNvSpPr txBox="1"/>
          <p:nvPr/>
        </p:nvSpPr>
        <p:spPr>
          <a:xfrm rot="21275592">
            <a:off x="6303874" y="2641900"/>
            <a:ext cx="417523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dirty="0">
                <a:solidFill>
                  <a:srgbClr val="FFFFFF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n</a:t>
            </a:r>
            <a:r>
              <a:rPr lang="ru-RU" dirty="0">
                <a:solidFill>
                  <a:srgbClr val="FFFFFF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 элементов: {a, b, c, d, e, f, g, h</a:t>
            </a:r>
            <a:r>
              <a:rPr lang="en-US" dirty="0">
                <a:solidFill>
                  <a:srgbClr val="FFFFFF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, …</a:t>
            </a:r>
            <a:r>
              <a:rPr lang="ru-RU" dirty="0">
                <a:solidFill>
                  <a:srgbClr val="FFFFFF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}</a:t>
            </a:r>
          </a:p>
          <a:p>
            <a:pPr>
              <a:spcAft>
                <a:spcPts val="1200"/>
              </a:spcAft>
            </a:pPr>
            <a:r>
              <a:rPr lang="ru-RU" dirty="0">
                <a:solidFill>
                  <a:srgbClr val="FFFFFF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Две операции: сложение (+) и умножение (*)</a:t>
            </a:r>
          </a:p>
          <a:p>
            <a:pPr>
              <a:spcAft>
                <a:spcPts val="1200"/>
              </a:spcAft>
            </a:pPr>
            <a:r>
              <a:rPr lang="ru-RU" dirty="0">
                <a:solidFill>
                  <a:srgbClr val="FFFFFF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Аксиомы: ассоциативность, коммутативность, дистрибутивность</a:t>
            </a:r>
          </a:p>
        </p:txBody>
      </p:sp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8CC0C4E7-2157-0CAB-F6F9-DDD5053B75C9}"/>
              </a:ext>
            </a:extLst>
          </p:cNvPr>
          <p:cNvSpPr/>
          <p:nvPr/>
        </p:nvSpPr>
        <p:spPr>
          <a:xfrm flipH="1" flipV="1">
            <a:off x="1073727" y="921937"/>
            <a:ext cx="9449130" cy="5312299"/>
          </a:xfrm>
          <a:custGeom>
            <a:avLst/>
            <a:gdLst>
              <a:gd name="connsiteX0" fmla="*/ 4600209 w 9846526"/>
              <a:gd name="connsiteY0" fmla="*/ 385725 h 5341434"/>
              <a:gd name="connsiteX1" fmla="*/ 1251587 w 9846526"/>
              <a:gd name="connsiteY1" fmla="*/ 666046 h 5341434"/>
              <a:gd name="connsiteX2" fmla="*/ 485304 w 9846526"/>
              <a:gd name="connsiteY2" fmla="*/ 1449647 h 5341434"/>
              <a:gd name="connsiteX3" fmla="*/ 1 w 9846526"/>
              <a:gd name="connsiteY3" fmla="*/ 4636193 h 5341434"/>
              <a:gd name="connsiteX4" fmla="*/ 440740 w 9846526"/>
              <a:gd name="connsiteY4" fmla="*/ 5328881 h 5341434"/>
              <a:gd name="connsiteX5" fmla="*/ 587489 w 9846526"/>
              <a:gd name="connsiteY5" fmla="*/ 5341434 h 5341434"/>
              <a:gd name="connsiteX6" fmla="*/ 587488 w 9846526"/>
              <a:gd name="connsiteY6" fmla="*/ 5341434 h 5341434"/>
              <a:gd name="connsiteX7" fmla="*/ 0 w 9846526"/>
              <a:gd name="connsiteY7" fmla="*/ 4636193 h 5341434"/>
              <a:gd name="connsiteX8" fmla="*/ 485303 w 9846526"/>
              <a:gd name="connsiteY8" fmla="*/ 1449647 h 5341434"/>
              <a:gd name="connsiteX9" fmla="*/ 1251586 w 9846526"/>
              <a:gd name="connsiteY9" fmla="*/ 666046 h 5341434"/>
              <a:gd name="connsiteX10" fmla="*/ 9207955 w 9846526"/>
              <a:gd name="connsiteY10" fmla="*/ 0 h 5341434"/>
              <a:gd name="connsiteX11" fmla="*/ 9846526 w 9846526"/>
              <a:gd name="connsiteY11" fmla="*/ 626883 h 5341434"/>
              <a:gd name="connsiteX12" fmla="*/ 9425080 w 9846526"/>
              <a:gd name="connsiteY12" fmla="*/ 3904847 h 5341434"/>
              <a:gd name="connsiteX13" fmla="*/ 8620483 w 9846526"/>
              <a:gd name="connsiteY13" fmla="*/ 4623148 h 5341434"/>
              <a:gd name="connsiteX14" fmla="*/ 4331994 w 9846526"/>
              <a:gd name="connsiteY14" fmla="*/ 5006612 h 5341434"/>
              <a:gd name="connsiteX15" fmla="*/ 5298036 w 9846526"/>
              <a:gd name="connsiteY15" fmla="*/ 327308 h 5341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846526" h="5341434">
                <a:moveTo>
                  <a:pt x="4600209" y="385725"/>
                </a:moveTo>
                <a:lnTo>
                  <a:pt x="1251587" y="666046"/>
                </a:lnTo>
                <a:cubicBezTo>
                  <a:pt x="828380" y="666046"/>
                  <a:pt x="485304" y="1016875"/>
                  <a:pt x="485304" y="1449647"/>
                </a:cubicBezTo>
                <a:lnTo>
                  <a:pt x="1" y="4636193"/>
                </a:lnTo>
                <a:cubicBezTo>
                  <a:pt x="1" y="5014868"/>
                  <a:pt x="125780" y="5270812"/>
                  <a:pt x="440740" y="5328881"/>
                </a:cubicBezTo>
                <a:lnTo>
                  <a:pt x="587489" y="5341434"/>
                </a:lnTo>
                <a:lnTo>
                  <a:pt x="587488" y="5341434"/>
                </a:lnTo>
                <a:cubicBezTo>
                  <a:pt x="164282" y="5341434"/>
                  <a:pt x="0" y="5068964"/>
                  <a:pt x="0" y="4636193"/>
                </a:cubicBezTo>
                <a:lnTo>
                  <a:pt x="485303" y="1449647"/>
                </a:lnTo>
                <a:cubicBezTo>
                  <a:pt x="485303" y="1016875"/>
                  <a:pt x="828379" y="666046"/>
                  <a:pt x="1251586" y="666046"/>
                </a:cubicBezTo>
                <a:close/>
                <a:moveTo>
                  <a:pt x="9207955" y="0"/>
                </a:moveTo>
                <a:cubicBezTo>
                  <a:pt x="9631162" y="0"/>
                  <a:pt x="9846526" y="194111"/>
                  <a:pt x="9846526" y="626883"/>
                </a:cubicBezTo>
                <a:lnTo>
                  <a:pt x="9425080" y="3904847"/>
                </a:lnTo>
                <a:cubicBezTo>
                  <a:pt x="9425080" y="4337619"/>
                  <a:pt x="9043690" y="4623148"/>
                  <a:pt x="8620483" y="4623148"/>
                </a:cubicBezTo>
                <a:lnTo>
                  <a:pt x="4331994" y="5006612"/>
                </a:lnTo>
                <a:lnTo>
                  <a:pt x="5298036" y="3273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FCA602-5F3D-0BF9-9250-6E75DF0DD0EE}"/>
              </a:ext>
            </a:extLst>
          </p:cNvPr>
          <p:cNvSpPr txBox="1"/>
          <p:nvPr/>
        </p:nvSpPr>
        <p:spPr>
          <a:xfrm rot="21262257">
            <a:off x="1500587" y="1672255"/>
            <a:ext cx="47728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rgbClr val="2399C3"/>
                </a:solidFill>
                <a:latin typeface="Bahnschrift SemiBold Condensed" panose="020B0502040204020203" pitchFamily="34" charset="0"/>
                <a:ea typeface="Yu Gothic UI Semilight" panose="020B0400000000000000" pitchFamily="34" charset="-128"/>
              </a:rPr>
              <a:t>Иерархия вычислений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EDD759-7F3E-E828-3B26-63CD111EAE89}"/>
              </a:ext>
            </a:extLst>
          </p:cNvPr>
          <p:cNvSpPr txBox="1"/>
          <p:nvPr/>
        </p:nvSpPr>
        <p:spPr>
          <a:xfrm rot="21218112">
            <a:off x="1746693" y="3066026"/>
            <a:ext cx="41752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dirty="0">
                <a:solidFill>
                  <a:srgbClr val="2399C3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"Малая" арифметика: работа с отдельными элементами</a:t>
            </a:r>
          </a:p>
          <a:p>
            <a:pPr>
              <a:spcAft>
                <a:spcPts val="1200"/>
              </a:spcAft>
            </a:pPr>
            <a:r>
              <a:rPr lang="ru-RU" dirty="0">
                <a:solidFill>
                  <a:srgbClr val="2399C3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"Большая" арифметика: многоразрядные числа ("</a:t>
            </a:r>
            <a:r>
              <a:rPr lang="ru-RU" dirty="0" err="1">
                <a:solidFill>
                  <a:srgbClr val="2399C3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abcd</a:t>
            </a:r>
            <a:r>
              <a:rPr lang="ru-RU" dirty="0">
                <a:solidFill>
                  <a:srgbClr val="2399C3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" - 4 разряда)</a:t>
            </a:r>
          </a:p>
        </p:txBody>
      </p:sp>
    </p:spTree>
    <p:extLst>
      <p:ext uri="{BB962C8B-B14F-4D97-AF65-F5344CB8AC3E}">
        <p14:creationId xmlns:p14="http://schemas.microsoft.com/office/powerpoint/2010/main" val="1691656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6D0885-40F8-7188-EF11-8D4CB22A2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3ACBC49-017B-CF21-B202-5A631F264068}"/>
              </a:ext>
            </a:extLst>
          </p:cNvPr>
          <p:cNvSpPr/>
          <p:nvPr/>
        </p:nvSpPr>
        <p:spPr>
          <a:xfrm>
            <a:off x="0" y="0"/>
            <a:ext cx="6618514" cy="6858000"/>
          </a:xfrm>
          <a:custGeom>
            <a:avLst/>
            <a:gdLst>
              <a:gd name="connsiteX0" fmla="*/ 0 w 6846849"/>
              <a:gd name="connsiteY0" fmla="*/ 0 h 6858000"/>
              <a:gd name="connsiteX1" fmla="*/ 6846849 w 6846849"/>
              <a:gd name="connsiteY1" fmla="*/ 0 h 6858000"/>
              <a:gd name="connsiteX2" fmla="*/ 5431015 w 6846849"/>
              <a:gd name="connsiteY2" fmla="*/ 6858000 h 6858000"/>
              <a:gd name="connsiteX3" fmla="*/ 0 w 68468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6849" h="6858000">
                <a:moveTo>
                  <a:pt x="0" y="0"/>
                </a:moveTo>
                <a:lnTo>
                  <a:pt x="6846849" y="0"/>
                </a:lnTo>
                <a:lnTo>
                  <a:pt x="543101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85C98290-204B-4DA8-3D79-247C82BFEFE7}"/>
              </a:ext>
            </a:extLst>
          </p:cNvPr>
          <p:cNvSpPr/>
          <p:nvPr/>
        </p:nvSpPr>
        <p:spPr>
          <a:xfrm flipH="1">
            <a:off x="11344968" y="294209"/>
            <a:ext cx="651046" cy="656863"/>
          </a:xfrm>
          <a:custGeom>
            <a:avLst/>
            <a:gdLst>
              <a:gd name="connsiteX0" fmla="*/ 35652 w 651046"/>
              <a:gd name="connsiteY0" fmla="*/ 591155 h 656863"/>
              <a:gd name="connsiteX1" fmla="*/ 2798 w 651046"/>
              <a:gd name="connsiteY1" fmla="*/ 624009 h 656863"/>
              <a:gd name="connsiteX2" fmla="*/ 35652 w 651046"/>
              <a:gd name="connsiteY2" fmla="*/ 656863 h 656863"/>
              <a:gd name="connsiteX3" fmla="*/ 68506 w 651046"/>
              <a:gd name="connsiteY3" fmla="*/ 624009 h 656863"/>
              <a:gd name="connsiteX4" fmla="*/ 35652 w 651046"/>
              <a:gd name="connsiteY4" fmla="*/ 591155 h 656863"/>
              <a:gd name="connsiteX5" fmla="*/ 35652 w 651046"/>
              <a:gd name="connsiteY5" fmla="*/ 442682 h 656863"/>
              <a:gd name="connsiteX6" fmla="*/ 2798 w 651046"/>
              <a:gd name="connsiteY6" fmla="*/ 475536 h 656863"/>
              <a:gd name="connsiteX7" fmla="*/ 35652 w 651046"/>
              <a:gd name="connsiteY7" fmla="*/ 508390 h 656863"/>
              <a:gd name="connsiteX8" fmla="*/ 68506 w 651046"/>
              <a:gd name="connsiteY8" fmla="*/ 475536 h 656863"/>
              <a:gd name="connsiteX9" fmla="*/ 35652 w 651046"/>
              <a:gd name="connsiteY9" fmla="*/ 442682 h 656863"/>
              <a:gd name="connsiteX10" fmla="*/ 175255 w 651046"/>
              <a:gd name="connsiteY10" fmla="*/ 442682 h 656863"/>
              <a:gd name="connsiteX11" fmla="*/ 142401 w 651046"/>
              <a:gd name="connsiteY11" fmla="*/ 475536 h 656863"/>
              <a:gd name="connsiteX12" fmla="*/ 175255 w 651046"/>
              <a:gd name="connsiteY12" fmla="*/ 508390 h 656863"/>
              <a:gd name="connsiteX13" fmla="*/ 208109 w 651046"/>
              <a:gd name="connsiteY13" fmla="*/ 475536 h 656863"/>
              <a:gd name="connsiteX14" fmla="*/ 175255 w 651046"/>
              <a:gd name="connsiteY14" fmla="*/ 442682 h 656863"/>
              <a:gd name="connsiteX15" fmla="*/ 35652 w 651046"/>
              <a:gd name="connsiteY15" fmla="*/ 294209 h 656863"/>
              <a:gd name="connsiteX16" fmla="*/ 2798 w 651046"/>
              <a:gd name="connsiteY16" fmla="*/ 327063 h 656863"/>
              <a:gd name="connsiteX17" fmla="*/ 35652 w 651046"/>
              <a:gd name="connsiteY17" fmla="*/ 359917 h 656863"/>
              <a:gd name="connsiteX18" fmla="*/ 68506 w 651046"/>
              <a:gd name="connsiteY18" fmla="*/ 327063 h 656863"/>
              <a:gd name="connsiteX19" fmla="*/ 35652 w 651046"/>
              <a:gd name="connsiteY19" fmla="*/ 294209 h 656863"/>
              <a:gd name="connsiteX20" fmla="*/ 175255 w 651046"/>
              <a:gd name="connsiteY20" fmla="*/ 294208 h 656863"/>
              <a:gd name="connsiteX21" fmla="*/ 142401 w 651046"/>
              <a:gd name="connsiteY21" fmla="*/ 327062 h 656863"/>
              <a:gd name="connsiteX22" fmla="*/ 175255 w 651046"/>
              <a:gd name="connsiteY22" fmla="*/ 359916 h 656863"/>
              <a:gd name="connsiteX23" fmla="*/ 208109 w 651046"/>
              <a:gd name="connsiteY23" fmla="*/ 327062 h 656863"/>
              <a:gd name="connsiteX24" fmla="*/ 175255 w 651046"/>
              <a:gd name="connsiteY24" fmla="*/ 294208 h 656863"/>
              <a:gd name="connsiteX25" fmla="*/ 35652 w 651046"/>
              <a:gd name="connsiteY25" fmla="*/ 148473 h 656863"/>
              <a:gd name="connsiteX26" fmla="*/ 2798 w 651046"/>
              <a:gd name="connsiteY26" fmla="*/ 181327 h 656863"/>
              <a:gd name="connsiteX27" fmla="*/ 35652 w 651046"/>
              <a:gd name="connsiteY27" fmla="*/ 214181 h 656863"/>
              <a:gd name="connsiteX28" fmla="*/ 68506 w 651046"/>
              <a:gd name="connsiteY28" fmla="*/ 181327 h 656863"/>
              <a:gd name="connsiteX29" fmla="*/ 35652 w 651046"/>
              <a:gd name="connsiteY29" fmla="*/ 148473 h 656863"/>
              <a:gd name="connsiteX30" fmla="*/ 175254 w 651046"/>
              <a:gd name="connsiteY30" fmla="*/ 148472 h 656863"/>
              <a:gd name="connsiteX31" fmla="*/ 142400 w 651046"/>
              <a:gd name="connsiteY31" fmla="*/ 181326 h 656863"/>
              <a:gd name="connsiteX32" fmla="*/ 175254 w 651046"/>
              <a:gd name="connsiteY32" fmla="*/ 214180 h 656863"/>
              <a:gd name="connsiteX33" fmla="*/ 208108 w 651046"/>
              <a:gd name="connsiteY33" fmla="*/ 181326 h 656863"/>
              <a:gd name="connsiteX34" fmla="*/ 175254 w 651046"/>
              <a:gd name="connsiteY34" fmla="*/ 148472 h 656863"/>
              <a:gd name="connsiteX35" fmla="*/ 325698 w 651046"/>
              <a:gd name="connsiteY35" fmla="*/ 148471 h 656863"/>
              <a:gd name="connsiteX36" fmla="*/ 292844 w 651046"/>
              <a:gd name="connsiteY36" fmla="*/ 181325 h 656863"/>
              <a:gd name="connsiteX37" fmla="*/ 325698 w 651046"/>
              <a:gd name="connsiteY37" fmla="*/ 214179 h 656863"/>
              <a:gd name="connsiteX38" fmla="*/ 358552 w 651046"/>
              <a:gd name="connsiteY38" fmla="*/ 181325 h 656863"/>
              <a:gd name="connsiteX39" fmla="*/ 325698 w 651046"/>
              <a:gd name="connsiteY39" fmla="*/ 148471 h 656863"/>
              <a:gd name="connsiteX40" fmla="*/ 476142 w 651046"/>
              <a:gd name="connsiteY40" fmla="*/ 148471 h 656863"/>
              <a:gd name="connsiteX41" fmla="*/ 443288 w 651046"/>
              <a:gd name="connsiteY41" fmla="*/ 181325 h 656863"/>
              <a:gd name="connsiteX42" fmla="*/ 476142 w 651046"/>
              <a:gd name="connsiteY42" fmla="*/ 214179 h 656863"/>
              <a:gd name="connsiteX43" fmla="*/ 508996 w 651046"/>
              <a:gd name="connsiteY43" fmla="*/ 181325 h 656863"/>
              <a:gd name="connsiteX44" fmla="*/ 476142 w 651046"/>
              <a:gd name="connsiteY44" fmla="*/ 148471 h 656863"/>
              <a:gd name="connsiteX45" fmla="*/ 470546 w 651046"/>
              <a:gd name="connsiteY45" fmla="*/ 2 h 656863"/>
              <a:gd name="connsiteX46" fmla="*/ 437692 w 651046"/>
              <a:gd name="connsiteY46" fmla="*/ 32856 h 656863"/>
              <a:gd name="connsiteX47" fmla="*/ 470546 w 651046"/>
              <a:gd name="connsiteY47" fmla="*/ 65710 h 656863"/>
              <a:gd name="connsiteX48" fmla="*/ 503400 w 651046"/>
              <a:gd name="connsiteY48" fmla="*/ 32856 h 656863"/>
              <a:gd name="connsiteX49" fmla="*/ 470546 w 651046"/>
              <a:gd name="connsiteY49" fmla="*/ 2 h 656863"/>
              <a:gd name="connsiteX50" fmla="*/ 618192 w 651046"/>
              <a:gd name="connsiteY50" fmla="*/ 2 h 656863"/>
              <a:gd name="connsiteX51" fmla="*/ 585338 w 651046"/>
              <a:gd name="connsiteY51" fmla="*/ 32856 h 656863"/>
              <a:gd name="connsiteX52" fmla="*/ 618192 w 651046"/>
              <a:gd name="connsiteY52" fmla="*/ 65710 h 656863"/>
              <a:gd name="connsiteX53" fmla="*/ 651046 w 651046"/>
              <a:gd name="connsiteY53" fmla="*/ 32856 h 656863"/>
              <a:gd name="connsiteX54" fmla="*/ 618192 w 651046"/>
              <a:gd name="connsiteY54" fmla="*/ 2 h 656863"/>
              <a:gd name="connsiteX55" fmla="*/ 175254 w 651046"/>
              <a:gd name="connsiteY55" fmla="*/ 1 h 656863"/>
              <a:gd name="connsiteX56" fmla="*/ 142400 w 651046"/>
              <a:gd name="connsiteY56" fmla="*/ 32855 h 656863"/>
              <a:gd name="connsiteX57" fmla="*/ 175254 w 651046"/>
              <a:gd name="connsiteY57" fmla="*/ 65709 h 656863"/>
              <a:gd name="connsiteX58" fmla="*/ 208108 w 651046"/>
              <a:gd name="connsiteY58" fmla="*/ 32855 h 656863"/>
              <a:gd name="connsiteX59" fmla="*/ 175254 w 651046"/>
              <a:gd name="connsiteY59" fmla="*/ 1 h 656863"/>
              <a:gd name="connsiteX60" fmla="*/ 322900 w 651046"/>
              <a:gd name="connsiteY60" fmla="*/ 1 h 656863"/>
              <a:gd name="connsiteX61" fmla="*/ 290046 w 651046"/>
              <a:gd name="connsiteY61" fmla="*/ 32855 h 656863"/>
              <a:gd name="connsiteX62" fmla="*/ 322900 w 651046"/>
              <a:gd name="connsiteY62" fmla="*/ 65709 h 656863"/>
              <a:gd name="connsiteX63" fmla="*/ 355754 w 651046"/>
              <a:gd name="connsiteY63" fmla="*/ 32855 h 656863"/>
              <a:gd name="connsiteX64" fmla="*/ 322900 w 651046"/>
              <a:gd name="connsiteY64" fmla="*/ 1 h 656863"/>
              <a:gd name="connsiteX65" fmla="*/ 32854 w 651046"/>
              <a:gd name="connsiteY65" fmla="*/ 0 h 656863"/>
              <a:gd name="connsiteX66" fmla="*/ 0 w 651046"/>
              <a:gd name="connsiteY66" fmla="*/ 32854 h 656863"/>
              <a:gd name="connsiteX67" fmla="*/ 32854 w 651046"/>
              <a:gd name="connsiteY67" fmla="*/ 65708 h 656863"/>
              <a:gd name="connsiteX68" fmla="*/ 65708 w 651046"/>
              <a:gd name="connsiteY68" fmla="*/ 32854 h 656863"/>
              <a:gd name="connsiteX69" fmla="*/ 32854 w 651046"/>
              <a:gd name="connsiteY69" fmla="*/ 0 h 65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651046" h="656863">
                <a:moveTo>
                  <a:pt x="35652" y="591155"/>
                </a:moveTo>
                <a:cubicBezTo>
                  <a:pt x="17507" y="591155"/>
                  <a:pt x="2798" y="605864"/>
                  <a:pt x="2798" y="624009"/>
                </a:cubicBezTo>
                <a:cubicBezTo>
                  <a:pt x="2798" y="642154"/>
                  <a:pt x="17507" y="656863"/>
                  <a:pt x="35652" y="656863"/>
                </a:cubicBezTo>
                <a:cubicBezTo>
                  <a:pt x="53797" y="656863"/>
                  <a:pt x="68506" y="642154"/>
                  <a:pt x="68506" y="624009"/>
                </a:cubicBezTo>
                <a:cubicBezTo>
                  <a:pt x="68506" y="605864"/>
                  <a:pt x="53797" y="591155"/>
                  <a:pt x="35652" y="591155"/>
                </a:cubicBezTo>
                <a:close/>
                <a:moveTo>
                  <a:pt x="35652" y="442682"/>
                </a:moveTo>
                <a:cubicBezTo>
                  <a:pt x="17507" y="442682"/>
                  <a:pt x="2798" y="457391"/>
                  <a:pt x="2798" y="475536"/>
                </a:cubicBezTo>
                <a:cubicBezTo>
                  <a:pt x="2798" y="493681"/>
                  <a:pt x="17507" y="508390"/>
                  <a:pt x="35652" y="508390"/>
                </a:cubicBezTo>
                <a:cubicBezTo>
                  <a:pt x="53797" y="508390"/>
                  <a:pt x="68506" y="493681"/>
                  <a:pt x="68506" y="475536"/>
                </a:cubicBezTo>
                <a:cubicBezTo>
                  <a:pt x="68506" y="457391"/>
                  <a:pt x="53797" y="442682"/>
                  <a:pt x="35652" y="442682"/>
                </a:cubicBezTo>
                <a:close/>
                <a:moveTo>
                  <a:pt x="175255" y="442682"/>
                </a:moveTo>
                <a:cubicBezTo>
                  <a:pt x="157110" y="442682"/>
                  <a:pt x="142401" y="457391"/>
                  <a:pt x="142401" y="475536"/>
                </a:cubicBezTo>
                <a:cubicBezTo>
                  <a:pt x="142401" y="493681"/>
                  <a:pt x="157110" y="508390"/>
                  <a:pt x="175255" y="508390"/>
                </a:cubicBezTo>
                <a:cubicBezTo>
                  <a:pt x="193400" y="508390"/>
                  <a:pt x="208109" y="493681"/>
                  <a:pt x="208109" y="475536"/>
                </a:cubicBezTo>
                <a:cubicBezTo>
                  <a:pt x="208109" y="457391"/>
                  <a:pt x="193400" y="442682"/>
                  <a:pt x="175255" y="442682"/>
                </a:cubicBezTo>
                <a:close/>
                <a:moveTo>
                  <a:pt x="35652" y="294209"/>
                </a:moveTo>
                <a:cubicBezTo>
                  <a:pt x="17507" y="294209"/>
                  <a:pt x="2798" y="308918"/>
                  <a:pt x="2798" y="327063"/>
                </a:cubicBezTo>
                <a:cubicBezTo>
                  <a:pt x="2798" y="345208"/>
                  <a:pt x="17507" y="359917"/>
                  <a:pt x="35652" y="359917"/>
                </a:cubicBezTo>
                <a:cubicBezTo>
                  <a:pt x="53797" y="359917"/>
                  <a:pt x="68506" y="345208"/>
                  <a:pt x="68506" y="327063"/>
                </a:cubicBezTo>
                <a:cubicBezTo>
                  <a:pt x="68506" y="308918"/>
                  <a:pt x="53797" y="294209"/>
                  <a:pt x="35652" y="294209"/>
                </a:cubicBezTo>
                <a:close/>
                <a:moveTo>
                  <a:pt x="175255" y="294208"/>
                </a:moveTo>
                <a:cubicBezTo>
                  <a:pt x="157110" y="294208"/>
                  <a:pt x="142401" y="308917"/>
                  <a:pt x="142401" y="327062"/>
                </a:cubicBezTo>
                <a:cubicBezTo>
                  <a:pt x="142401" y="345207"/>
                  <a:pt x="157110" y="359916"/>
                  <a:pt x="175255" y="359916"/>
                </a:cubicBezTo>
                <a:cubicBezTo>
                  <a:pt x="193400" y="359916"/>
                  <a:pt x="208109" y="345207"/>
                  <a:pt x="208109" y="327062"/>
                </a:cubicBezTo>
                <a:cubicBezTo>
                  <a:pt x="208109" y="308917"/>
                  <a:pt x="193400" y="294208"/>
                  <a:pt x="175255" y="294208"/>
                </a:cubicBezTo>
                <a:close/>
                <a:moveTo>
                  <a:pt x="35652" y="148473"/>
                </a:moveTo>
                <a:cubicBezTo>
                  <a:pt x="17507" y="148473"/>
                  <a:pt x="2798" y="163182"/>
                  <a:pt x="2798" y="181327"/>
                </a:cubicBezTo>
                <a:cubicBezTo>
                  <a:pt x="2798" y="199472"/>
                  <a:pt x="17507" y="214181"/>
                  <a:pt x="35652" y="214181"/>
                </a:cubicBezTo>
                <a:cubicBezTo>
                  <a:pt x="53797" y="214181"/>
                  <a:pt x="68506" y="199472"/>
                  <a:pt x="68506" y="181327"/>
                </a:cubicBezTo>
                <a:cubicBezTo>
                  <a:pt x="68506" y="163182"/>
                  <a:pt x="53797" y="148473"/>
                  <a:pt x="35652" y="148473"/>
                </a:cubicBezTo>
                <a:close/>
                <a:moveTo>
                  <a:pt x="175254" y="148472"/>
                </a:moveTo>
                <a:cubicBezTo>
                  <a:pt x="157109" y="148472"/>
                  <a:pt x="142400" y="163181"/>
                  <a:pt x="142400" y="181326"/>
                </a:cubicBezTo>
                <a:cubicBezTo>
                  <a:pt x="142400" y="199471"/>
                  <a:pt x="157109" y="214180"/>
                  <a:pt x="175254" y="214180"/>
                </a:cubicBezTo>
                <a:cubicBezTo>
                  <a:pt x="193399" y="214180"/>
                  <a:pt x="208108" y="199471"/>
                  <a:pt x="208108" y="181326"/>
                </a:cubicBezTo>
                <a:cubicBezTo>
                  <a:pt x="208108" y="163181"/>
                  <a:pt x="193399" y="148472"/>
                  <a:pt x="175254" y="148472"/>
                </a:cubicBezTo>
                <a:close/>
                <a:moveTo>
                  <a:pt x="325698" y="148471"/>
                </a:moveTo>
                <a:cubicBezTo>
                  <a:pt x="307553" y="148471"/>
                  <a:pt x="292844" y="163180"/>
                  <a:pt x="292844" y="181325"/>
                </a:cubicBezTo>
                <a:cubicBezTo>
                  <a:pt x="292844" y="199470"/>
                  <a:pt x="307553" y="214179"/>
                  <a:pt x="325698" y="214179"/>
                </a:cubicBezTo>
                <a:cubicBezTo>
                  <a:pt x="343843" y="214179"/>
                  <a:pt x="358552" y="199470"/>
                  <a:pt x="358552" y="181325"/>
                </a:cubicBezTo>
                <a:cubicBezTo>
                  <a:pt x="358552" y="163180"/>
                  <a:pt x="343843" y="148471"/>
                  <a:pt x="325698" y="148471"/>
                </a:cubicBezTo>
                <a:close/>
                <a:moveTo>
                  <a:pt x="476142" y="148471"/>
                </a:moveTo>
                <a:cubicBezTo>
                  <a:pt x="457997" y="148471"/>
                  <a:pt x="443288" y="163180"/>
                  <a:pt x="443288" y="181325"/>
                </a:cubicBezTo>
                <a:cubicBezTo>
                  <a:pt x="443288" y="199470"/>
                  <a:pt x="457997" y="214179"/>
                  <a:pt x="476142" y="214179"/>
                </a:cubicBezTo>
                <a:cubicBezTo>
                  <a:pt x="494287" y="214179"/>
                  <a:pt x="508996" y="199470"/>
                  <a:pt x="508996" y="181325"/>
                </a:cubicBezTo>
                <a:cubicBezTo>
                  <a:pt x="508996" y="163180"/>
                  <a:pt x="494287" y="148471"/>
                  <a:pt x="476142" y="148471"/>
                </a:cubicBezTo>
                <a:close/>
                <a:moveTo>
                  <a:pt x="470546" y="2"/>
                </a:moveTo>
                <a:cubicBezTo>
                  <a:pt x="452401" y="2"/>
                  <a:pt x="437692" y="14711"/>
                  <a:pt x="437692" y="32856"/>
                </a:cubicBezTo>
                <a:cubicBezTo>
                  <a:pt x="437692" y="51001"/>
                  <a:pt x="452401" y="65710"/>
                  <a:pt x="470546" y="65710"/>
                </a:cubicBezTo>
                <a:cubicBezTo>
                  <a:pt x="488691" y="65710"/>
                  <a:pt x="503400" y="51001"/>
                  <a:pt x="503400" y="32856"/>
                </a:cubicBezTo>
                <a:cubicBezTo>
                  <a:pt x="503400" y="14711"/>
                  <a:pt x="488691" y="2"/>
                  <a:pt x="470546" y="2"/>
                </a:cubicBezTo>
                <a:close/>
                <a:moveTo>
                  <a:pt x="618192" y="2"/>
                </a:moveTo>
                <a:cubicBezTo>
                  <a:pt x="600047" y="2"/>
                  <a:pt x="585338" y="14711"/>
                  <a:pt x="585338" y="32856"/>
                </a:cubicBezTo>
                <a:cubicBezTo>
                  <a:pt x="585338" y="51001"/>
                  <a:pt x="600047" y="65710"/>
                  <a:pt x="618192" y="65710"/>
                </a:cubicBezTo>
                <a:cubicBezTo>
                  <a:pt x="636337" y="65710"/>
                  <a:pt x="651046" y="51001"/>
                  <a:pt x="651046" y="32856"/>
                </a:cubicBezTo>
                <a:cubicBezTo>
                  <a:pt x="651046" y="14711"/>
                  <a:pt x="636337" y="2"/>
                  <a:pt x="618192" y="2"/>
                </a:cubicBezTo>
                <a:close/>
                <a:moveTo>
                  <a:pt x="175254" y="1"/>
                </a:moveTo>
                <a:cubicBezTo>
                  <a:pt x="157109" y="1"/>
                  <a:pt x="142400" y="14710"/>
                  <a:pt x="142400" y="32855"/>
                </a:cubicBezTo>
                <a:cubicBezTo>
                  <a:pt x="142400" y="51000"/>
                  <a:pt x="157109" y="65709"/>
                  <a:pt x="175254" y="65709"/>
                </a:cubicBezTo>
                <a:cubicBezTo>
                  <a:pt x="193399" y="65709"/>
                  <a:pt x="208108" y="51000"/>
                  <a:pt x="208108" y="32855"/>
                </a:cubicBezTo>
                <a:cubicBezTo>
                  <a:pt x="208108" y="14710"/>
                  <a:pt x="193399" y="1"/>
                  <a:pt x="175254" y="1"/>
                </a:cubicBezTo>
                <a:close/>
                <a:moveTo>
                  <a:pt x="322900" y="1"/>
                </a:moveTo>
                <a:cubicBezTo>
                  <a:pt x="304755" y="1"/>
                  <a:pt x="290046" y="14710"/>
                  <a:pt x="290046" y="32855"/>
                </a:cubicBezTo>
                <a:cubicBezTo>
                  <a:pt x="290046" y="51000"/>
                  <a:pt x="304755" y="65709"/>
                  <a:pt x="322900" y="65709"/>
                </a:cubicBezTo>
                <a:cubicBezTo>
                  <a:pt x="341045" y="65709"/>
                  <a:pt x="355754" y="51000"/>
                  <a:pt x="355754" y="32855"/>
                </a:cubicBezTo>
                <a:cubicBezTo>
                  <a:pt x="355754" y="14710"/>
                  <a:pt x="341045" y="1"/>
                  <a:pt x="322900" y="1"/>
                </a:cubicBezTo>
                <a:close/>
                <a:moveTo>
                  <a:pt x="32854" y="0"/>
                </a:moveTo>
                <a:cubicBezTo>
                  <a:pt x="14709" y="0"/>
                  <a:pt x="0" y="14709"/>
                  <a:pt x="0" y="32854"/>
                </a:cubicBezTo>
                <a:cubicBezTo>
                  <a:pt x="0" y="50999"/>
                  <a:pt x="14709" y="65708"/>
                  <a:pt x="32854" y="65708"/>
                </a:cubicBezTo>
                <a:cubicBezTo>
                  <a:pt x="50999" y="65708"/>
                  <a:pt x="65708" y="50999"/>
                  <a:pt x="65708" y="32854"/>
                </a:cubicBezTo>
                <a:cubicBezTo>
                  <a:pt x="65708" y="14709"/>
                  <a:pt x="50999" y="0"/>
                  <a:pt x="32854" y="0"/>
                </a:cubicBezTo>
                <a:close/>
              </a:path>
            </a:pathLst>
          </a:custGeom>
          <a:solidFill>
            <a:srgbClr val="2399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728AB64-4AA0-79D4-CBF0-26F79C72EE7E}"/>
              </a:ext>
            </a:extLst>
          </p:cNvPr>
          <p:cNvSpPr/>
          <p:nvPr/>
        </p:nvSpPr>
        <p:spPr>
          <a:xfrm>
            <a:off x="1073727" y="921937"/>
            <a:ext cx="9818956" cy="5341434"/>
          </a:xfrm>
          <a:custGeom>
            <a:avLst/>
            <a:gdLst>
              <a:gd name="connsiteX0" fmla="*/ 4600209 w 9846526"/>
              <a:gd name="connsiteY0" fmla="*/ 385725 h 5341434"/>
              <a:gd name="connsiteX1" fmla="*/ 1251587 w 9846526"/>
              <a:gd name="connsiteY1" fmla="*/ 666046 h 5341434"/>
              <a:gd name="connsiteX2" fmla="*/ 485304 w 9846526"/>
              <a:gd name="connsiteY2" fmla="*/ 1449647 h 5341434"/>
              <a:gd name="connsiteX3" fmla="*/ 1 w 9846526"/>
              <a:gd name="connsiteY3" fmla="*/ 4636193 h 5341434"/>
              <a:gd name="connsiteX4" fmla="*/ 440740 w 9846526"/>
              <a:gd name="connsiteY4" fmla="*/ 5328881 h 5341434"/>
              <a:gd name="connsiteX5" fmla="*/ 587489 w 9846526"/>
              <a:gd name="connsiteY5" fmla="*/ 5341434 h 5341434"/>
              <a:gd name="connsiteX6" fmla="*/ 587488 w 9846526"/>
              <a:gd name="connsiteY6" fmla="*/ 5341434 h 5341434"/>
              <a:gd name="connsiteX7" fmla="*/ 0 w 9846526"/>
              <a:gd name="connsiteY7" fmla="*/ 4636193 h 5341434"/>
              <a:gd name="connsiteX8" fmla="*/ 485303 w 9846526"/>
              <a:gd name="connsiteY8" fmla="*/ 1449647 h 5341434"/>
              <a:gd name="connsiteX9" fmla="*/ 1251586 w 9846526"/>
              <a:gd name="connsiteY9" fmla="*/ 666046 h 5341434"/>
              <a:gd name="connsiteX10" fmla="*/ 9207955 w 9846526"/>
              <a:gd name="connsiteY10" fmla="*/ 0 h 5341434"/>
              <a:gd name="connsiteX11" fmla="*/ 9846526 w 9846526"/>
              <a:gd name="connsiteY11" fmla="*/ 626883 h 5341434"/>
              <a:gd name="connsiteX12" fmla="*/ 9425080 w 9846526"/>
              <a:gd name="connsiteY12" fmla="*/ 3904847 h 5341434"/>
              <a:gd name="connsiteX13" fmla="*/ 8620483 w 9846526"/>
              <a:gd name="connsiteY13" fmla="*/ 4623148 h 5341434"/>
              <a:gd name="connsiteX14" fmla="*/ 4331994 w 9846526"/>
              <a:gd name="connsiteY14" fmla="*/ 5006612 h 5341434"/>
              <a:gd name="connsiteX15" fmla="*/ 5298036 w 9846526"/>
              <a:gd name="connsiteY15" fmla="*/ 327308 h 5341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846526" h="5341434">
                <a:moveTo>
                  <a:pt x="4600209" y="385725"/>
                </a:moveTo>
                <a:lnTo>
                  <a:pt x="1251587" y="666046"/>
                </a:lnTo>
                <a:cubicBezTo>
                  <a:pt x="828380" y="666046"/>
                  <a:pt x="485304" y="1016875"/>
                  <a:pt x="485304" y="1449647"/>
                </a:cubicBezTo>
                <a:lnTo>
                  <a:pt x="1" y="4636193"/>
                </a:lnTo>
                <a:cubicBezTo>
                  <a:pt x="1" y="5014868"/>
                  <a:pt x="125780" y="5270812"/>
                  <a:pt x="440740" y="5328881"/>
                </a:cubicBezTo>
                <a:lnTo>
                  <a:pt x="587489" y="5341434"/>
                </a:lnTo>
                <a:lnTo>
                  <a:pt x="587488" y="5341434"/>
                </a:lnTo>
                <a:cubicBezTo>
                  <a:pt x="164282" y="5341434"/>
                  <a:pt x="0" y="5068964"/>
                  <a:pt x="0" y="4636193"/>
                </a:cubicBezTo>
                <a:lnTo>
                  <a:pt x="485303" y="1449647"/>
                </a:lnTo>
                <a:cubicBezTo>
                  <a:pt x="485303" y="1016875"/>
                  <a:pt x="828379" y="666046"/>
                  <a:pt x="1251586" y="666046"/>
                </a:cubicBezTo>
                <a:close/>
                <a:moveTo>
                  <a:pt x="9207955" y="0"/>
                </a:moveTo>
                <a:cubicBezTo>
                  <a:pt x="9631162" y="0"/>
                  <a:pt x="9846526" y="194111"/>
                  <a:pt x="9846526" y="626883"/>
                </a:cubicBezTo>
                <a:lnTo>
                  <a:pt x="9425080" y="3904847"/>
                </a:lnTo>
                <a:cubicBezTo>
                  <a:pt x="9425080" y="4337619"/>
                  <a:pt x="9043690" y="4623148"/>
                  <a:pt x="8620483" y="4623148"/>
                </a:cubicBezTo>
                <a:lnTo>
                  <a:pt x="4331994" y="5006612"/>
                </a:lnTo>
                <a:lnTo>
                  <a:pt x="5298036" y="3273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04CFF620-596F-1EE6-7612-0004E3372DC2}"/>
              </a:ext>
            </a:extLst>
          </p:cNvPr>
          <p:cNvSpPr/>
          <p:nvPr/>
        </p:nvSpPr>
        <p:spPr>
          <a:xfrm>
            <a:off x="952102" y="6036732"/>
            <a:ext cx="612896" cy="617386"/>
          </a:xfrm>
          <a:prstGeom prst="roundRect">
            <a:avLst/>
          </a:prstGeom>
          <a:solidFill>
            <a:srgbClr val="777777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4E4A0BF-A0E7-80E4-96C2-BEB5679A62AC}"/>
              </a:ext>
            </a:extLst>
          </p:cNvPr>
          <p:cNvSpPr/>
          <p:nvPr/>
        </p:nvSpPr>
        <p:spPr>
          <a:xfrm flipH="1" flipV="1">
            <a:off x="1073727" y="921937"/>
            <a:ext cx="9449130" cy="5312299"/>
          </a:xfrm>
          <a:custGeom>
            <a:avLst/>
            <a:gdLst>
              <a:gd name="connsiteX0" fmla="*/ 4600209 w 9846526"/>
              <a:gd name="connsiteY0" fmla="*/ 385725 h 5341434"/>
              <a:gd name="connsiteX1" fmla="*/ 1251587 w 9846526"/>
              <a:gd name="connsiteY1" fmla="*/ 666046 h 5341434"/>
              <a:gd name="connsiteX2" fmla="*/ 485304 w 9846526"/>
              <a:gd name="connsiteY2" fmla="*/ 1449647 h 5341434"/>
              <a:gd name="connsiteX3" fmla="*/ 1 w 9846526"/>
              <a:gd name="connsiteY3" fmla="*/ 4636193 h 5341434"/>
              <a:gd name="connsiteX4" fmla="*/ 440740 w 9846526"/>
              <a:gd name="connsiteY4" fmla="*/ 5328881 h 5341434"/>
              <a:gd name="connsiteX5" fmla="*/ 587489 w 9846526"/>
              <a:gd name="connsiteY5" fmla="*/ 5341434 h 5341434"/>
              <a:gd name="connsiteX6" fmla="*/ 587488 w 9846526"/>
              <a:gd name="connsiteY6" fmla="*/ 5341434 h 5341434"/>
              <a:gd name="connsiteX7" fmla="*/ 0 w 9846526"/>
              <a:gd name="connsiteY7" fmla="*/ 4636193 h 5341434"/>
              <a:gd name="connsiteX8" fmla="*/ 485303 w 9846526"/>
              <a:gd name="connsiteY8" fmla="*/ 1449647 h 5341434"/>
              <a:gd name="connsiteX9" fmla="*/ 1251586 w 9846526"/>
              <a:gd name="connsiteY9" fmla="*/ 666046 h 5341434"/>
              <a:gd name="connsiteX10" fmla="*/ 9207955 w 9846526"/>
              <a:gd name="connsiteY10" fmla="*/ 0 h 5341434"/>
              <a:gd name="connsiteX11" fmla="*/ 9846526 w 9846526"/>
              <a:gd name="connsiteY11" fmla="*/ 626883 h 5341434"/>
              <a:gd name="connsiteX12" fmla="*/ 9425080 w 9846526"/>
              <a:gd name="connsiteY12" fmla="*/ 3904847 h 5341434"/>
              <a:gd name="connsiteX13" fmla="*/ 8620483 w 9846526"/>
              <a:gd name="connsiteY13" fmla="*/ 4623148 h 5341434"/>
              <a:gd name="connsiteX14" fmla="*/ 4331994 w 9846526"/>
              <a:gd name="connsiteY14" fmla="*/ 5006612 h 5341434"/>
              <a:gd name="connsiteX15" fmla="*/ 5298036 w 9846526"/>
              <a:gd name="connsiteY15" fmla="*/ 327308 h 5341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846526" h="5341434">
                <a:moveTo>
                  <a:pt x="4600209" y="385725"/>
                </a:moveTo>
                <a:lnTo>
                  <a:pt x="1251587" y="666046"/>
                </a:lnTo>
                <a:cubicBezTo>
                  <a:pt x="828380" y="666046"/>
                  <a:pt x="485304" y="1016875"/>
                  <a:pt x="485304" y="1449647"/>
                </a:cubicBezTo>
                <a:lnTo>
                  <a:pt x="1" y="4636193"/>
                </a:lnTo>
                <a:cubicBezTo>
                  <a:pt x="1" y="5014868"/>
                  <a:pt x="125780" y="5270812"/>
                  <a:pt x="440740" y="5328881"/>
                </a:cubicBezTo>
                <a:lnTo>
                  <a:pt x="587489" y="5341434"/>
                </a:lnTo>
                <a:lnTo>
                  <a:pt x="587488" y="5341434"/>
                </a:lnTo>
                <a:cubicBezTo>
                  <a:pt x="164282" y="5341434"/>
                  <a:pt x="0" y="5068964"/>
                  <a:pt x="0" y="4636193"/>
                </a:cubicBezTo>
                <a:lnTo>
                  <a:pt x="485303" y="1449647"/>
                </a:lnTo>
                <a:cubicBezTo>
                  <a:pt x="485303" y="1016875"/>
                  <a:pt x="828379" y="666046"/>
                  <a:pt x="1251586" y="666046"/>
                </a:cubicBezTo>
                <a:close/>
                <a:moveTo>
                  <a:pt x="9207955" y="0"/>
                </a:moveTo>
                <a:cubicBezTo>
                  <a:pt x="9631162" y="0"/>
                  <a:pt x="9846526" y="194111"/>
                  <a:pt x="9846526" y="626883"/>
                </a:cubicBezTo>
                <a:lnTo>
                  <a:pt x="9425080" y="3904847"/>
                </a:lnTo>
                <a:cubicBezTo>
                  <a:pt x="9425080" y="4337619"/>
                  <a:pt x="9043690" y="4623148"/>
                  <a:pt x="8620483" y="4623148"/>
                </a:cubicBezTo>
                <a:lnTo>
                  <a:pt x="4331994" y="5006612"/>
                </a:lnTo>
                <a:lnTo>
                  <a:pt x="5298036" y="327308"/>
                </a:lnTo>
                <a:close/>
              </a:path>
            </a:pathLst>
          </a:custGeom>
          <a:solidFill>
            <a:srgbClr val="2399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5307D0-2E4D-AF1F-E002-CFB99D7FFA98}"/>
              </a:ext>
            </a:extLst>
          </p:cNvPr>
          <p:cNvSpPr txBox="1"/>
          <p:nvPr/>
        </p:nvSpPr>
        <p:spPr>
          <a:xfrm>
            <a:off x="6055142" y="1564164"/>
            <a:ext cx="47728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rgbClr val="2399C3"/>
                </a:solidFill>
                <a:latin typeface="Bahnschrift SemiBold Condensed" panose="020B0502040204020203" pitchFamily="34" charset="0"/>
                <a:ea typeface="Yu Gothic UI Semilight" panose="020B0400000000000000" pitchFamily="34" charset="-128"/>
              </a:rPr>
              <a:t>Диаграмма Хассе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97193394-3ABA-0AD2-5639-D144585DFA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69" t="20778" r="14572" b="7221"/>
          <a:stretch>
            <a:fillRect/>
          </a:stretch>
        </p:blipFill>
        <p:spPr bwMode="auto">
          <a:xfrm>
            <a:off x="6740139" y="2552119"/>
            <a:ext cx="3402896" cy="2604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60451EB-436D-EE45-EDEA-883E32F14FB0}"/>
              </a:ext>
            </a:extLst>
          </p:cNvPr>
          <p:cNvSpPr txBox="1"/>
          <p:nvPr/>
        </p:nvSpPr>
        <p:spPr>
          <a:xfrm>
            <a:off x="1530311" y="3026268"/>
            <a:ext cx="465182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Ветвление {c, f}: нетривиальная структура</a:t>
            </a:r>
          </a:p>
          <a:p>
            <a:pPr>
              <a:spcAft>
                <a:spcPts val="1200"/>
              </a:spcAft>
            </a:pPr>
            <a:r>
              <a:rPr lang="ru-RU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Цикличность: система замыкается</a:t>
            </a:r>
          </a:p>
          <a:p>
            <a:pPr>
              <a:spcAft>
                <a:spcPts val="1200"/>
              </a:spcAft>
            </a:pPr>
            <a:r>
              <a:rPr lang="pt-BR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a→b→d→e→{c, f}→g→h→a</a:t>
            </a:r>
            <a:r>
              <a:rPr lang="ru-RU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(цикл)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4B51A7-47F5-67BC-6140-420C2B8F4B85}"/>
              </a:ext>
            </a:extLst>
          </p:cNvPr>
          <p:cNvSpPr txBox="1"/>
          <p:nvPr/>
        </p:nvSpPr>
        <p:spPr>
          <a:xfrm>
            <a:off x="1669143" y="1844233"/>
            <a:ext cx="47728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Bahnschrift SemiBold Condensed" panose="020B0502040204020203" pitchFamily="34" charset="0"/>
                <a:ea typeface="Yu Gothic UI Semilight" panose="020B0400000000000000" pitchFamily="34" charset="-128"/>
              </a:rPr>
              <a:t>Правило «+1»</a:t>
            </a:r>
          </a:p>
        </p:txBody>
      </p:sp>
    </p:spTree>
    <p:extLst>
      <p:ext uri="{BB962C8B-B14F-4D97-AF65-F5344CB8AC3E}">
        <p14:creationId xmlns:p14="http://schemas.microsoft.com/office/powerpoint/2010/main" val="3946564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FB9B8111-4281-454B-881D-7730CAD22615}"/>
              </a:ext>
            </a:extLst>
          </p:cNvPr>
          <p:cNvSpPr/>
          <p:nvPr/>
        </p:nvSpPr>
        <p:spPr>
          <a:xfrm>
            <a:off x="730240" y="5764033"/>
            <a:ext cx="416619" cy="419671"/>
          </a:xfrm>
          <a:prstGeom prst="roundRect">
            <a:avLst/>
          </a:prstGeom>
          <a:noFill/>
          <a:ln>
            <a:solidFill>
              <a:srgbClr val="BFBFBF">
                <a:alpha val="5411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CCD771B4-28F0-4072-A525-E0A793ECFAEF}"/>
              </a:ext>
            </a:extLst>
          </p:cNvPr>
          <p:cNvSpPr/>
          <p:nvPr/>
        </p:nvSpPr>
        <p:spPr>
          <a:xfrm>
            <a:off x="423792" y="5875011"/>
            <a:ext cx="612896" cy="617386"/>
          </a:xfrm>
          <a:prstGeom prst="roundRect">
            <a:avLst/>
          </a:prstGeom>
          <a:solidFill>
            <a:srgbClr val="777777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97F5ECDB-00E2-4DAA-8195-07BA34CEAE66}"/>
              </a:ext>
            </a:extLst>
          </p:cNvPr>
          <p:cNvSpPr/>
          <p:nvPr/>
        </p:nvSpPr>
        <p:spPr>
          <a:xfrm flipH="1">
            <a:off x="11344968" y="294209"/>
            <a:ext cx="651046" cy="656863"/>
          </a:xfrm>
          <a:custGeom>
            <a:avLst/>
            <a:gdLst>
              <a:gd name="connsiteX0" fmla="*/ 35652 w 651046"/>
              <a:gd name="connsiteY0" fmla="*/ 591155 h 656863"/>
              <a:gd name="connsiteX1" fmla="*/ 2798 w 651046"/>
              <a:gd name="connsiteY1" fmla="*/ 624009 h 656863"/>
              <a:gd name="connsiteX2" fmla="*/ 35652 w 651046"/>
              <a:gd name="connsiteY2" fmla="*/ 656863 h 656863"/>
              <a:gd name="connsiteX3" fmla="*/ 68506 w 651046"/>
              <a:gd name="connsiteY3" fmla="*/ 624009 h 656863"/>
              <a:gd name="connsiteX4" fmla="*/ 35652 w 651046"/>
              <a:gd name="connsiteY4" fmla="*/ 591155 h 656863"/>
              <a:gd name="connsiteX5" fmla="*/ 35652 w 651046"/>
              <a:gd name="connsiteY5" fmla="*/ 442682 h 656863"/>
              <a:gd name="connsiteX6" fmla="*/ 2798 w 651046"/>
              <a:gd name="connsiteY6" fmla="*/ 475536 h 656863"/>
              <a:gd name="connsiteX7" fmla="*/ 35652 w 651046"/>
              <a:gd name="connsiteY7" fmla="*/ 508390 h 656863"/>
              <a:gd name="connsiteX8" fmla="*/ 68506 w 651046"/>
              <a:gd name="connsiteY8" fmla="*/ 475536 h 656863"/>
              <a:gd name="connsiteX9" fmla="*/ 35652 w 651046"/>
              <a:gd name="connsiteY9" fmla="*/ 442682 h 656863"/>
              <a:gd name="connsiteX10" fmla="*/ 175255 w 651046"/>
              <a:gd name="connsiteY10" fmla="*/ 442682 h 656863"/>
              <a:gd name="connsiteX11" fmla="*/ 142401 w 651046"/>
              <a:gd name="connsiteY11" fmla="*/ 475536 h 656863"/>
              <a:gd name="connsiteX12" fmla="*/ 175255 w 651046"/>
              <a:gd name="connsiteY12" fmla="*/ 508390 h 656863"/>
              <a:gd name="connsiteX13" fmla="*/ 208109 w 651046"/>
              <a:gd name="connsiteY13" fmla="*/ 475536 h 656863"/>
              <a:gd name="connsiteX14" fmla="*/ 175255 w 651046"/>
              <a:gd name="connsiteY14" fmla="*/ 442682 h 656863"/>
              <a:gd name="connsiteX15" fmla="*/ 35652 w 651046"/>
              <a:gd name="connsiteY15" fmla="*/ 294209 h 656863"/>
              <a:gd name="connsiteX16" fmla="*/ 2798 w 651046"/>
              <a:gd name="connsiteY16" fmla="*/ 327063 h 656863"/>
              <a:gd name="connsiteX17" fmla="*/ 35652 w 651046"/>
              <a:gd name="connsiteY17" fmla="*/ 359917 h 656863"/>
              <a:gd name="connsiteX18" fmla="*/ 68506 w 651046"/>
              <a:gd name="connsiteY18" fmla="*/ 327063 h 656863"/>
              <a:gd name="connsiteX19" fmla="*/ 35652 w 651046"/>
              <a:gd name="connsiteY19" fmla="*/ 294209 h 656863"/>
              <a:gd name="connsiteX20" fmla="*/ 175255 w 651046"/>
              <a:gd name="connsiteY20" fmla="*/ 294208 h 656863"/>
              <a:gd name="connsiteX21" fmla="*/ 142401 w 651046"/>
              <a:gd name="connsiteY21" fmla="*/ 327062 h 656863"/>
              <a:gd name="connsiteX22" fmla="*/ 175255 w 651046"/>
              <a:gd name="connsiteY22" fmla="*/ 359916 h 656863"/>
              <a:gd name="connsiteX23" fmla="*/ 208109 w 651046"/>
              <a:gd name="connsiteY23" fmla="*/ 327062 h 656863"/>
              <a:gd name="connsiteX24" fmla="*/ 175255 w 651046"/>
              <a:gd name="connsiteY24" fmla="*/ 294208 h 656863"/>
              <a:gd name="connsiteX25" fmla="*/ 35652 w 651046"/>
              <a:gd name="connsiteY25" fmla="*/ 148473 h 656863"/>
              <a:gd name="connsiteX26" fmla="*/ 2798 w 651046"/>
              <a:gd name="connsiteY26" fmla="*/ 181327 h 656863"/>
              <a:gd name="connsiteX27" fmla="*/ 35652 w 651046"/>
              <a:gd name="connsiteY27" fmla="*/ 214181 h 656863"/>
              <a:gd name="connsiteX28" fmla="*/ 68506 w 651046"/>
              <a:gd name="connsiteY28" fmla="*/ 181327 h 656863"/>
              <a:gd name="connsiteX29" fmla="*/ 35652 w 651046"/>
              <a:gd name="connsiteY29" fmla="*/ 148473 h 656863"/>
              <a:gd name="connsiteX30" fmla="*/ 175254 w 651046"/>
              <a:gd name="connsiteY30" fmla="*/ 148472 h 656863"/>
              <a:gd name="connsiteX31" fmla="*/ 142400 w 651046"/>
              <a:gd name="connsiteY31" fmla="*/ 181326 h 656863"/>
              <a:gd name="connsiteX32" fmla="*/ 175254 w 651046"/>
              <a:gd name="connsiteY32" fmla="*/ 214180 h 656863"/>
              <a:gd name="connsiteX33" fmla="*/ 208108 w 651046"/>
              <a:gd name="connsiteY33" fmla="*/ 181326 h 656863"/>
              <a:gd name="connsiteX34" fmla="*/ 175254 w 651046"/>
              <a:gd name="connsiteY34" fmla="*/ 148472 h 656863"/>
              <a:gd name="connsiteX35" fmla="*/ 325698 w 651046"/>
              <a:gd name="connsiteY35" fmla="*/ 148471 h 656863"/>
              <a:gd name="connsiteX36" fmla="*/ 292844 w 651046"/>
              <a:gd name="connsiteY36" fmla="*/ 181325 h 656863"/>
              <a:gd name="connsiteX37" fmla="*/ 325698 w 651046"/>
              <a:gd name="connsiteY37" fmla="*/ 214179 h 656863"/>
              <a:gd name="connsiteX38" fmla="*/ 358552 w 651046"/>
              <a:gd name="connsiteY38" fmla="*/ 181325 h 656863"/>
              <a:gd name="connsiteX39" fmla="*/ 325698 w 651046"/>
              <a:gd name="connsiteY39" fmla="*/ 148471 h 656863"/>
              <a:gd name="connsiteX40" fmla="*/ 476142 w 651046"/>
              <a:gd name="connsiteY40" fmla="*/ 148471 h 656863"/>
              <a:gd name="connsiteX41" fmla="*/ 443288 w 651046"/>
              <a:gd name="connsiteY41" fmla="*/ 181325 h 656863"/>
              <a:gd name="connsiteX42" fmla="*/ 476142 w 651046"/>
              <a:gd name="connsiteY42" fmla="*/ 214179 h 656863"/>
              <a:gd name="connsiteX43" fmla="*/ 508996 w 651046"/>
              <a:gd name="connsiteY43" fmla="*/ 181325 h 656863"/>
              <a:gd name="connsiteX44" fmla="*/ 476142 w 651046"/>
              <a:gd name="connsiteY44" fmla="*/ 148471 h 656863"/>
              <a:gd name="connsiteX45" fmla="*/ 470546 w 651046"/>
              <a:gd name="connsiteY45" fmla="*/ 2 h 656863"/>
              <a:gd name="connsiteX46" fmla="*/ 437692 w 651046"/>
              <a:gd name="connsiteY46" fmla="*/ 32856 h 656863"/>
              <a:gd name="connsiteX47" fmla="*/ 470546 w 651046"/>
              <a:gd name="connsiteY47" fmla="*/ 65710 h 656863"/>
              <a:gd name="connsiteX48" fmla="*/ 503400 w 651046"/>
              <a:gd name="connsiteY48" fmla="*/ 32856 h 656863"/>
              <a:gd name="connsiteX49" fmla="*/ 470546 w 651046"/>
              <a:gd name="connsiteY49" fmla="*/ 2 h 656863"/>
              <a:gd name="connsiteX50" fmla="*/ 618192 w 651046"/>
              <a:gd name="connsiteY50" fmla="*/ 2 h 656863"/>
              <a:gd name="connsiteX51" fmla="*/ 585338 w 651046"/>
              <a:gd name="connsiteY51" fmla="*/ 32856 h 656863"/>
              <a:gd name="connsiteX52" fmla="*/ 618192 w 651046"/>
              <a:gd name="connsiteY52" fmla="*/ 65710 h 656863"/>
              <a:gd name="connsiteX53" fmla="*/ 651046 w 651046"/>
              <a:gd name="connsiteY53" fmla="*/ 32856 h 656863"/>
              <a:gd name="connsiteX54" fmla="*/ 618192 w 651046"/>
              <a:gd name="connsiteY54" fmla="*/ 2 h 656863"/>
              <a:gd name="connsiteX55" fmla="*/ 175254 w 651046"/>
              <a:gd name="connsiteY55" fmla="*/ 1 h 656863"/>
              <a:gd name="connsiteX56" fmla="*/ 142400 w 651046"/>
              <a:gd name="connsiteY56" fmla="*/ 32855 h 656863"/>
              <a:gd name="connsiteX57" fmla="*/ 175254 w 651046"/>
              <a:gd name="connsiteY57" fmla="*/ 65709 h 656863"/>
              <a:gd name="connsiteX58" fmla="*/ 208108 w 651046"/>
              <a:gd name="connsiteY58" fmla="*/ 32855 h 656863"/>
              <a:gd name="connsiteX59" fmla="*/ 175254 w 651046"/>
              <a:gd name="connsiteY59" fmla="*/ 1 h 656863"/>
              <a:gd name="connsiteX60" fmla="*/ 322900 w 651046"/>
              <a:gd name="connsiteY60" fmla="*/ 1 h 656863"/>
              <a:gd name="connsiteX61" fmla="*/ 290046 w 651046"/>
              <a:gd name="connsiteY61" fmla="*/ 32855 h 656863"/>
              <a:gd name="connsiteX62" fmla="*/ 322900 w 651046"/>
              <a:gd name="connsiteY62" fmla="*/ 65709 h 656863"/>
              <a:gd name="connsiteX63" fmla="*/ 355754 w 651046"/>
              <a:gd name="connsiteY63" fmla="*/ 32855 h 656863"/>
              <a:gd name="connsiteX64" fmla="*/ 322900 w 651046"/>
              <a:gd name="connsiteY64" fmla="*/ 1 h 656863"/>
              <a:gd name="connsiteX65" fmla="*/ 32854 w 651046"/>
              <a:gd name="connsiteY65" fmla="*/ 0 h 656863"/>
              <a:gd name="connsiteX66" fmla="*/ 0 w 651046"/>
              <a:gd name="connsiteY66" fmla="*/ 32854 h 656863"/>
              <a:gd name="connsiteX67" fmla="*/ 32854 w 651046"/>
              <a:gd name="connsiteY67" fmla="*/ 65708 h 656863"/>
              <a:gd name="connsiteX68" fmla="*/ 65708 w 651046"/>
              <a:gd name="connsiteY68" fmla="*/ 32854 h 656863"/>
              <a:gd name="connsiteX69" fmla="*/ 32854 w 651046"/>
              <a:gd name="connsiteY69" fmla="*/ 0 h 65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651046" h="656863">
                <a:moveTo>
                  <a:pt x="35652" y="591155"/>
                </a:moveTo>
                <a:cubicBezTo>
                  <a:pt x="17507" y="591155"/>
                  <a:pt x="2798" y="605864"/>
                  <a:pt x="2798" y="624009"/>
                </a:cubicBezTo>
                <a:cubicBezTo>
                  <a:pt x="2798" y="642154"/>
                  <a:pt x="17507" y="656863"/>
                  <a:pt x="35652" y="656863"/>
                </a:cubicBezTo>
                <a:cubicBezTo>
                  <a:pt x="53797" y="656863"/>
                  <a:pt x="68506" y="642154"/>
                  <a:pt x="68506" y="624009"/>
                </a:cubicBezTo>
                <a:cubicBezTo>
                  <a:pt x="68506" y="605864"/>
                  <a:pt x="53797" y="591155"/>
                  <a:pt x="35652" y="591155"/>
                </a:cubicBezTo>
                <a:close/>
                <a:moveTo>
                  <a:pt x="35652" y="442682"/>
                </a:moveTo>
                <a:cubicBezTo>
                  <a:pt x="17507" y="442682"/>
                  <a:pt x="2798" y="457391"/>
                  <a:pt x="2798" y="475536"/>
                </a:cubicBezTo>
                <a:cubicBezTo>
                  <a:pt x="2798" y="493681"/>
                  <a:pt x="17507" y="508390"/>
                  <a:pt x="35652" y="508390"/>
                </a:cubicBezTo>
                <a:cubicBezTo>
                  <a:pt x="53797" y="508390"/>
                  <a:pt x="68506" y="493681"/>
                  <a:pt x="68506" y="475536"/>
                </a:cubicBezTo>
                <a:cubicBezTo>
                  <a:pt x="68506" y="457391"/>
                  <a:pt x="53797" y="442682"/>
                  <a:pt x="35652" y="442682"/>
                </a:cubicBezTo>
                <a:close/>
                <a:moveTo>
                  <a:pt x="175255" y="442682"/>
                </a:moveTo>
                <a:cubicBezTo>
                  <a:pt x="157110" y="442682"/>
                  <a:pt x="142401" y="457391"/>
                  <a:pt x="142401" y="475536"/>
                </a:cubicBezTo>
                <a:cubicBezTo>
                  <a:pt x="142401" y="493681"/>
                  <a:pt x="157110" y="508390"/>
                  <a:pt x="175255" y="508390"/>
                </a:cubicBezTo>
                <a:cubicBezTo>
                  <a:pt x="193400" y="508390"/>
                  <a:pt x="208109" y="493681"/>
                  <a:pt x="208109" y="475536"/>
                </a:cubicBezTo>
                <a:cubicBezTo>
                  <a:pt x="208109" y="457391"/>
                  <a:pt x="193400" y="442682"/>
                  <a:pt x="175255" y="442682"/>
                </a:cubicBezTo>
                <a:close/>
                <a:moveTo>
                  <a:pt x="35652" y="294209"/>
                </a:moveTo>
                <a:cubicBezTo>
                  <a:pt x="17507" y="294209"/>
                  <a:pt x="2798" y="308918"/>
                  <a:pt x="2798" y="327063"/>
                </a:cubicBezTo>
                <a:cubicBezTo>
                  <a:pt x="2798" y="345208"/>
                  <a:pt x="17507" y="359917"/>
                  <a:pt x="35652" y="359917"/>
                </a:cubicBezTo>
                <a:cubicBezTo>
                  <a:pt x="53797" y="359917"/>
                  <a:pt x="68506" y="345208"/>
                  <a:pt x="68506" y="327063"/>
                </a:cubicBezTo>
                <a:cubicBezTo>
                  <a:pt x="68506" y="308918"/>
                  <a:pt x="53797" y="294209"/>
                  <a:pt x="35652" y="294209"/>
                </a:cubicBezTo>
                <a:close/>
                <a:moveTo>
                  <a:pt x="175255" y="294208"/>
                </a:moveTo>
                <a:cubicBezTo>
                  <a:pt x="157110" y="294208"/>
                  <a:pt x="142401" y="308917"/>
                  <a:pt x="142401" y="327062"/>
                </a:cubicBezTo>
                <a:cubicBezTo>
                  <a:pt x="142401" y="345207"/>
                  <a:pt x="157110" y="359916"/>
                  <a:pt x="175255" y="359916"/>
                </a:cubicBezTo>
                <a:cubicBezTo>
                  <a:pt x="193400" y="359916"/>
                  <a:pt x="208109" y="345207"/>
                  <a:pt x="208109" y="327062"/>
                </a:cubicBezTo>
                <a:cubicBezTo>
                  <a:pt x="208109" y="308917"/>
                  <a:pt x="193400" y="294208"/>
                  <a:pt x="175255" y="294208"/>
                </a:cubicBezTo>
                <a:close/>
                <a:moveTo>
                  <a:pt x="35652" y="148473"/>
                </a:moveTo>
                <a:cubicBezTo>
                  <a:pt x="17507" y="148473"/>
                  <a:pt x="2798" y="163182"/>
                  <a:pt x="2798" y="181327"/>
                </a:cubicBezTo>
                <a:cubicBezTo>
                  <a:pt x="2798" y="199472"/>
                  <a:pt x="17507" y="214181"/>
                  <a:pt x="35652" y="214181"/>
                </a:cubicBezTo>
                <a:cubicBezTo>
                  <a:pt x="53797" y="214181"/>
                  <a:pt x="68506" y="199472"/>
                  <a:pt x="68506" y="181327"/>
                </a:cubicBezTo>
                <a:cubicBezTo>
                  <a:pt x="68506" y="163182"/>
                  <a:pt x="53797" y="148473"/>
                  <a:pt x="35652" y="148473"/>
                </a:cubicBezTo>
                <a:close/>
                <a:moveTo>
                  <a:pt x="175254" y="148472"/>
                </a:moveTo>
                <a:cubicBezTo>
                  <a:pt x="157109" y="148472"/>
                  <a:pt x="142400" y="163181"/>
                  <a:pt x="142400" y="181326"/>
                </a:cubicBezTo>
                <a:cubicBezTo>
                  <a:pt x="142400" y="199471"/>
                  <a:pt x="157109" y="214180"/>
                  <a:pt x="175254" y="214180"/>
                </a:cubicBezTo>
                <a:cubicBezTo>
                  <a:pt x="193399" y="214180"/>
                  <a:pt x="208108" y="199471"/>
                  <a:pt x="208108" y="181326"/>
                </a:cubicBezTo>
                <a:cubicBezTo>
                  <a:pt x="208108" y="163181"/>
                  <a:pt x="193399" y="148472"/>
                  <a:pt x="175254" y="148472"/>
                </a:cubicBezTo>
                <a:close/>
                <a:moveTo>
                  <a:pt x="325698" y="148471"/>
                </a:moveTo>
                <a:cubicBezTo>
                  <a:pt x="307553" y="148471"/>
                  <a:pt x="292844" y="163180"/>
                  <a:pt x="292844" y="181325"/>
                </a:cubicBezTo>
                <a:cubicBezTo>
                  <a:pt x="292844" y="199470"/>
                  <a:pt x="307553" y="214179"/>
                  <a:pt x="325698" y="214179"/>
                </a:cubicBezTo>
                <a:cubicBezTo>
                  <a:pt x="343843" y="214179"/>
                  <a:pt x="358552" y="199470"/>
                  <a:pt x="358552" y="181325"/>
                </a:cubicBezTo>
                <a:cubicBezTo>
                  <a:pt x="358552" y="163180"/>
                  <a:pt x="343843" y="148471"/>
                  <a:pt x="325698" y="148471"/>
                </a:cubicBezTo>
                <a:close/>
                <a:moveTo>
                  <a:pt x="476142" y="148471"/>
                </a:moveTo>
                <a:cubicBezTo>
                  <a:pt x="457997" y="148471"/>
                  <a:pt x="443288" y="163180"/>
                  <a:pt x="443288" y="181325"/>
                </a:cubicBezTo>
                <a:cubicBezTo>
                  <a:pt x="443288" y="199470"/>
                  <a:pt x="457997" y="214179"/>
                  <a:pt x="476142" y="214179"/>
                </a:cubicBezTo>
                <a:cubicBezTo>
                  <a:pt x="494287" y="214179"/>
                  <a:pt x="508996" y="199470"/>
                  <a:pt x="508996" y="181325"/>
                </a:cubicBezTo>
                <a:cubicBezTo>
                  <a:pt x="508996" y="163180"/>
                  <a:pt x="494287" y="148471"/>
                  <a:pt x="476142" y="148471"/>
                </a:cubicBezTo>
                <a:close/>
                <a:moveTo>
                  <a:pt x="470546" y="2"/>
                </a:moveTo>
                <a:cubicBezTo>
                  <a:pt x="452401" y="2"/>
                  <a:pt x="437692" y="14711"/>
                  <a:pt x="437692" y="32856"/>
                </a:cubicBezTo>
                <a:cubicBezTo>
                  <a:pt x="437692" y="51001"/>
                  <a:pt x="452401" y="65710"/>
                  <a:pt x="470546" y="65710"/>
                </a:cubicBezTo>
                <a:cubicBezTo>
                  <a:pt x="488691" y="65710"/>
                  <a:pt x="503400" y="51001"/>
                  <a:pt x="503400" y="32856"/>
                </a:cubicBezTo>
                <a:cubicBezTo>
                  <a:pt x="503400" y="14711"/>
                  <a:pt x="488691" y="2"/>
                  <a:pt x="470546" y="2"/>
                </a:cubicBezTo>
                <a:close/>
                <a:moveTo>
                  <a:pt x="618192" y="2"/>
                </a:moveTo>
                <a:cubicBezTo>
                  <a:pt x="600047" y="2"/>
                  <a:pt x="585338" y="14711"/>
                  <a:pt x="585338" y="32856"/>
                </a:cubicBezTo>
                <a:cubicBezTo>
                  <a:pt x="585338" y="51001"/>
                  <a:pt x="600047" y="65710"/>
                  <a:pt x="618192" y="65710"/>
                </a:cubicBezTo>
                <a:cubicBezTo>
                  <a:pt x="636337" y="65710"/>
                  <a:pt x="651046" y="51001"/>
                  <a:pt x="651046" y="32856"/>
                </a:cubicBezTo>
                <a:cubicBezTo>
                  <a:pt x="651046" y="14711"/>
                  <a:pt x="636337" y="2"/>
                  <a:pt x="618192" y="2"/>
                </a:cubicBezTo>
                <a:close/>
                <a:moveTo>
                  <a:pt x="175254" y="1"/>
                </a:moveTo>
                <a:cubicBezTo>
                  <a:pt x="157109" y="1"/>
                  <a:pt x="142400" y="14710"/>
                  <a:pt x="142400" y="32855"/>
                </a:cubicBezTo>
                <a:cubicBezTo>
                  <a:pt x="142400" y="51000"/>
                  <a:pt x="157109" y="65709"/>
                  <a:pt x="175254" y="65709"/>
                </a:cubicBezTo>
                <a:cubicBezTo>
                  <a:pt x="193399" y="65709"/>
                  <a:pt x="208108" y="51000"/>
                  <a:pt x="208108" y="32855"/>
                </a:cubicBezTo>
                <a:cubicBezTo>
                  <a:pt x="208108" y="14710"/>
                  <a:pt x="193399" y="1"/>
                  <a:pt x="175254" y="1"/>
                </a:cubicBezTo>
                <a:close/>
                <a:moveTo>
                  <a:pt x="322900" y="1"/>
                </a:moveTo>
                <a:cubicBezTo>
                  <a:pt x="304755" y="1"/>
                  <a:pt x="290046" y="14710"/>
                  <a:pt x="290046" y="32855"/>
                </a:cubicBezTo>
                <a:cubicBezTo>
                  <a:pt x="290046" y="51000"/>
                  <a:pt x="304755" y="65709"/>
                  <a:pt x="322900" y="65709"/>
                </a:cubicBezTo>
                <a:cubicBezTo>
                  <a:pt x="341045" y="65709"/>
                  <a:pt x="355754" y="51000"/>
                  <a:pt x="355754" y="32855"/>
                </a:cubicBezTo>
                <a:cubicBezTo>
                  <a:pt x="355754" y="14710"/>
                  <a:pt x="341045" y="1"/>
                  <a:pt x="322900" y="1"/>
                </a:cubicBezTo>
                <a:close/>
                <a:moveTo>
                  <a:pt x="32854" y="0"/>
                </a:moveTo>
                <a:cubicBezTo>
                  <a:pt x="14709" y="0"/>
                  <a:pt x="0" y="14709"/>
                  <a:pt x="0" y="32854"/>
                </a:cubicBezTo>
                <a:cubicBezTo>
                  <a:pt x="0" y="50999"/>
                  <a:pt x="14709" y="65708"/>
                  <a:pt x="32854" y="65708"/>
                </a:cubicBezTo>
                <a:cubicBezTo>
                  <a:pt x="50999" y="65708"/>
                  <a:pt x="65708" y="50999"/>
                  <a:pt x="65708" y="32854"/>
                </a:cubicBezTo>
                <a:cubicBezTo>
                  <a:pt x="65708" y="14709"/>
                  <a:pt x="50999" y="0"/>
                  <a:pt x="3285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63C52D-3252-43CB-BCF8-6655CF5DA40E}"/>
              </a:ext>
            </a:extLst>
          </p:cNvPr>
          <p:cNvSpPr txBox="1"/>
          <p:nvPr/>
        </p:nvSpPr>
        <p:spPr>
          <a:xfrm>
            <a:off x="423792" y="212631"/>
            <a:ext cx="49028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dirty="0">
                <a:solidFill>
                  <a:srgbClr val="2399C3"/>
                </a:solidFill>
                <a:latin typeface="Bahnschrift SemiBold Condensed" panose="020B0502040204020203" pitchFamily="34" charset="0"/>
                <a:ea typeface="Yu Gothic UI Semilight" panose="020B0400000000000000" pitchFamily="34" charset="-128"/>
              </a:rPr>
              <a:t>Процесс генерации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BDD48045-C519-7099-4F24-63DA41F1B9F9}"/>
              </a:ext>
            </a:extLst>
          </p:cNvPr>
          <p:cNvGrpSpPr/>
          <p:nvPr/>
        </p:nvGrpSpPr>
        <p:grpSpPr>
          <a:xfrm>
            <a:off x="1453307" y="674296"/>
            <a:ext cx="9683750" cy="6858000"/>
            <a:chOff x="1453307" y="674296"/>
            <a:chExt cx="9683750" cy="6858000"/>
          </a:xfrm>
        </p:grpSpPr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20EA8D9E-F2BE-A7A7-A32A-636072AF0516}"/>
                </a:ext>
              </a:extLst>
            </p:cNvPr>
            <p:cNvGrpSpPr/>
            <p:nvPr/>
          </p:nvGrpSpPr>
          <p:grpSpPr>
            <a:xfrm>
              <a:off x="1453307" y="674296"/>
              <a:ext cx="9683750" cy="6858000"/>
              <a:chOff x="1588661" y="898007"/>
              <a:chExt cx="9683750" cy="6858000"/>
            </a:xfrm>
          </p:grpSpPr>
          <p:grpSp>
            <p:nvGrpSpPr>
              <p:cNvPr id="5" name="Группа 4">
                <a:extLst>
                  <a:ext uri="{FF2B5EF4-FFF2-40B4-BE49-F238E27FC236}">
                    <a16:creationId xmlns:a16="http://schemas.microsoft.com/office/drawing/2014/main" id="{2E0F7E23-3D86-D47E-0FDB-613EFFE4CF20}"/>
                  </a:ext>
                </a:extLst>
              </p:cNvPr>
              <p:cNvGrpSpPr/>
              <p:nvPr/>
            </p:nvGrpSpPr>
            <p:grpSpPr>
              <a:xfrm>
                <a:off x="1588661" y="898007"/>
                <a:ext cx="9683750" cy="6858000"/>
                <a:chOff x="1146859" y="826477"/>
                <a:chExt cx="9683750" cy="6858000"/>
              </a:xfrm>
            </p:grpSpPr>
            <p:pic>
              <p:nvPicPr>
                <p:cNvPr id="1026" name="Picture 2" descr="Мой путь к идеальному терминалу с iTerm2 / Хабр">
                  <a:extLst>
                    <a:ext uri="{FF2B5EF4-FFF2-40B4-BE49-F238E27FC236}">
                      <a16:creationId xmlns:a16="http://schemas.microsoft.com/office/drawing/2014/main" id="{2C8D3930-16DE-B9FB-FCF9-ED9CCC9CC8E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46859" y="826477"/>
                  <a:ext cx="9683750" cy="685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" name="Прямоугольник 3">
                  <a:extLst>
                    <a:ext uri="{FF2B5EF4-FFF2-40B4-BE49-F238E27FC236}">
                      <a16:creationId xmlns:a16="http://schemas.microsoft.com/office/drawing/2014/main" id="{0C29EDC7-4434-58B0-6693-D50DA53C22C9}"/>
                    </a:ext>
                  </a:extLst>
                </p:cNvPr>
                <p:cNvSpPr/>
                <p:nvPr/>
              </p:nvSpPr>
              <p:spPr>
                <a:xfrm>
                  <a:off x="1969477" y="1788107"/>
                  <a:ext cx="8053754" cy="2748724"/>
                </a:xfrm>
                <a:prstGeom prst="rect">
                  <a:avLst/>
                </a:prstGeom>
                <a:solidFill>
                  <a:srgbClr val="1D1E1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0A2D37-9EF7-0549-FF7F-A60F7B6E9360}"/>
                  </a:ext>
                </a:extLst>
              </p:cNvPr>
              <p:cNvSpPr txBox="1"/>
              <p:nvPr/>
            </p:nvSpPr>
            <p:spPr>
              <a:xfrm>
                <a:off x="3382536" y="2234126"/>
                <a:ext cx="6096000" cy="4185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+ |   a |   b |   c |   d |   e |   f |   g |   h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a |   a |   b |   c |   d |   e |   f |   g |   h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b |   b |   d |   g |   e | c/f |   g |   h |   a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c |   c |   g |   b |   h |   a |   b |   d |   e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|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d |   d |   e |   h | c/f |   g |   h |   a |   b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|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e |   e | c/f |   a |   g |   h |   a |   b |   d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f |   f |   g |   b |   h |   a |   b |   d |   e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|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g |   g |   h |   d |   a |   b |   d |   e | c/f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|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h |   h |   a |   e |   b |   d |   e | c/f |   g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EEC71BA-AC2E-302F-620D-2D9DBB17E1D1}"/>
                </a:ext>
              </a:extLst>
            </p:cNvPr>
            <p:cNvSpPr txBox="1"/>
            <p:nvPr/>
          </p:nvSpPr>
          <p:spPr>
            <a:xfrm>
              <a:off x="5445552" y="1837524"/>
              <a:ext cx="17145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Consolas" panose="020B0609020204030204" pitchFamily="49" charset="0"/>
                </a:rPr>
                <a:t>Таблица суммы</a:t>
              </a: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82C6C375-4503-EC9E-920F-63F4A3EA5BCD}"/>
              </a:ext>
            </a:extLst>
          </p:cNvPr>
          <p:cNvGrpSpPr/>
          <p:nvPr/>
        </p:nvGrpSpPr>
        <p:grpSpPr>
          <a:xfrm>
            <a:off x="12313507" y="674296"/>
            <a:ext cx="9683750" cy="6858000"/>
            <a:chOff x="12313507" y="674296"/>
            <a:chExt cx="9683750" cy="6858000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5832FD5F-D7AC-03A6-13E7-5E0BA88A9748}"/>
                </a:ext>
              </a:extLst>
            </p:cNvPr>
            <p:cNvGrpSpPr/>
            <p:nvPr/>
          </p:nvGrpSpPr>
          <p:grpSpPr>
            <a:xfrm>
              <a:off x="12313507" y="674296"/>
              <a:ext cx="9683750" cy="6858000"/>
              <a:chOff x="1588661" y="898007"/>
              <a:chExt cx="9683750" cy="6858000"/>
            </a:xfrm>
          </p:grpSpPr>
          <p:grpSp>
            <p:nvGrpSpPr>
              <p:cNvPr id="13" name="Группа 12">
                <a:extLst>
                  <a:ext uri="{FF2B5EF4-FFF2-40B4-BE49-F238E27FC236}">
                    <a16:creationId xmlns:a16="http://schemas.microsoft.com/office/drawing/2014/main" id="{E8BC5533-4FBC-F110-FC2E-168B715EAEFE}"/>
                  </a:ext>
                </a:extLst>
              </p:cNvPr>
              <p:cNvGrpSpPr/>
              <p:nvPr/>
            </p:nvGrpSpPr>
            <p:grpSpPr>
              <a:xfrm>
                <a:off x="1588661" y="898007"/>
                <a:ext cx="9683750" cy="6858000"/>
                <a:chOff x="1146859" y="826477"/>
                <a:chExt cx="9683750" cy="6858000"/>
              </a:xfrm>
            </p:grpSpPr>
            <p:pic>
              <p:nvPicPr>
                <p:cNvPr id="15" name="Picture 2" descr="Мой путь к идеальному терминалу с iTerm2 / Хабр">
                  <a:extLst>
                    <a:ext uri="{FF2B5EF4-FFF2-40B4-BE49-F238E27FC236}">
                      <a16:creationId xmlns:a16="http://schemas.microsoft.com/office/drawing/2014/main" id="{6FEC27FF-18F0-2F68-9ABD-7FC0AC7EAA7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46859" y="826477"/>
                  <a:ext cx="9683750" cy="685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6" name="Прямоугольник 15">
                  <a:extLst>
                    <a:ext uri="{FF2B5EF4-FFF2-40B4-BE49-F238E27FC236}">
                      <a16:creationId xmlns:a16="http://schemas.microsoft.com/office/drawing/2014/main" id="{5F234817-AD65-D2D1-06CE-4DF135D67239}"/>
                    </a:ext>
                  </a:extLst>
                </p:cNvPr>
                <p:cNvSpPr/>
                <p:nvPr/>
              </p:nvSpPr>
              <p:spPr>
                <a:xfrm>
                  <a:off x="1969477" y="1788107"/>
                  <a:ext cx="8053754" cy="2748724"/>
                </a:xfrm>
                <a:prstGeom prst="rect">
                  <a:avLst/>
                </a:prstGeom>
                <a:solidFill>
                  <a:srgbClr val="1D1E1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24DFAFB-C79D-817D-C8BB-A892571A7ADA}"/>
                  </a:ext>
                </a:extLst>
              </p:cNvPr>
              <p:cNvSpPr txBox="1"/>
              <p:nvPr/>
            </p:nvSpPr>
            <p:spPr>
              <a:xfrm>
                <a:off x="3382536" y="2234126"/>
                <a:ext cx="6096000" cy="4185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* |   a |   b |   c |   d |   e |   f |   g |   h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a |   a |   a |   a |   a |   a |   a |   a |   a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b |   a |   b |   c |   d |   e |   f |   g |   h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c |   a |   c |   d |   b |   g |   d |   h |   e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d |   a |   d |   b | c/f |   h |   b |   e |   g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e |   a |   e |   g |   h |   d |   g |   b | c/f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f |   a |   f |   d |   b |   g |   d |   h |   e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g |   a |   g |   h |   e |   b |   h | c/f |   d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h |   a |   h |   e |   g | c/f |   e |   d |   b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  <a:endParaRPr lang="ru-RU" sz="1400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3CBD68D-69CA-0D35-E8C3-BFDD77EDA6DF}"/>
                </a:ext>
              </a:extLst>
            </p:cNvPr>
            <p:cNvSpPr txBox="1"/>
            <p:nvPr/>
          </p:nvSpPr>
          <p:spPr>
            <a:xfrm>
              <a:off x="15878385" y="1856526"/>
              <a:ext cx="25539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Consolas" panose="020B0609020204030204" pitchFamily="49" charset="0"/>
                </a:rPr>
                <a:t>Таблица произведения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8350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C9B8E-2A29-0650-870F-78BDDD577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B4F59C6F-E1B7-2633-ADEF-12509079F673}"/>
              </a:ext>
            </a:extLst>
          </p:cNvPr>
          <p:cNvSpPr/>
          <p:nvPr/>
        </p:nvSpPr>
        <p:spPr>
          <a:xfrm>
            <a:off x="730240" y="5764033"/>
            <a:ext cx="416619" cy="419671"/>
          </a:xfrm>
          <a:prstGeom prst="roundRect">
            <a:avLst/>
          </a:prstGeom>
          <a:noFill/>
          <a:ln>
            <a:solidFill>
              <a:srgbClr val="BFBFBF">
                <a:alpha val="5411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17B752C-EAAB-F4EF-18E7-0D9BC86DB7D6}"/>
              </a:ext>
            </a:extLst>
          </p:cNvPr>
          <p:cNvSpPr/>
          <p:nvPr/>
        </p:nvSpPr>
        <p:spPr>
          <a:xfrm>
            <a:off x="423792" y="5875011"/>
            <a:ext cx="612896" cy="617386"/>
          </a:xfrm>
          <a:prstGeom prst="roundRect">
            <a:avLst/>
          </a:prstGeom>
          <a:solidFill>
            <a:srgbClr val="777777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FEE2A68B-46BA-ABA0-5981-F83FDA2E4BFB}"/>
              </a:ext>
            </a:extLst>
          </p:cNvPr>
          <p:cNvSpPr/>
          <p:nvPr/>
        </p:nvSpPr>
        <p:spPr>
          <a:xfrm flipH="1">
            <a:off x="11344968" y="294209"/>
            <a:ext cx="651046" cy="656863"/>
          </a:xfrm>
          <a:custGeom>
            <a:avLst/>
            <a:gdLst>
              <a:gd name="connsiteX0" fmla="*/ 35652 w 651046"/>
              <a:gd name="connsiteY0" fmla="*/ 591155 h 656863"/>
              <a:gd name="connsiteX1" fmla="*/ 2798 w 651046"/>
              <a:gd name="connsiteY1" fmla="*/ 624009 h 656863"/>
              <a:gd name="connsiteX2" fmla="*/ 35652 w 651046"/>
              <a:gd name="connsiteY2" fmla="*/ 656863 h 656863"/>
              <a:gd name="connsiteX3" fmla="*/ 68506 w 651046"/>
              <a:gd name="connsiteY3" fmla="*/ 624009 h 656863"/>
              <a:gd name="connsiteX4" fmla="*/ 35652 w 651046"/>
              <a:gd name="connsiteY4" fmla="*/ 591155 h 656863"/>
              <a:gd name="connsiteX5" fmla="*/ 35652 w 651046"/>
              <a:gd name="connsiteY5" fmla="*/ 442682 h 656863"/>
              <a:gd name="connsiteX6" fmla="*/ 2798 w 651046"/>
              <a:gd name="connsiteY6" fmla="*/ 475536 h 656863"/>
              <a:gd name="connsiteX7" fmla="*/ 35652 w 651046"/>
              <a:gd name="connsiteY7" fmla="*/ 508390 h 656863"/>
              <a:gd name="connsiteX8" fmla="*/ 68506 w 651046"/>
              <a:gd name="connsiteY8" fmla="*/ 475536 h 656863"/>
              <a:gd name="connsiteX9" fmla="*/ 35652 w 651046"/>
              <a:gd name="connsiteY9" fmla="*/ 442682 h 656863"/>
              <a:gd name="connsiteX10" fmla="*/ 175255 w 651046"/>
              <a:gd name="connsiteY10" fmla="*/ 442682 h 656863"/>
              <a:gd name="connsiteX11" fmla="*/ 142401 w 651046"/>
              <a:gd name="connsiteY11" fmla="*/ 475536 h 656863"/>
              <a:gd name="connsiteX12" fmla="*/ 175255 w 651046"/>
              <a:gd name="connsiteY12" fmla="*/ 508390 h 656863"/>
              <a:gd name="connsiteX13" fmla="*/ 208109 w 651046"/>
              <a:gd name="connsiteY13" fmla="*/ 475536 h 656863"/>
              <a:gd name="connsiteX14" fmla="*/ 175255 w 651046"/>
              <a:gd name="connsiteY14" fmla="*/ 442682 h 656863"/>
              <a:gd name="connsiteX15" fmla="*/ 35652 w 651046"/>
              <a:gd name="connsiteY15" fmla="*/ 294209 h 656863"/>
              <a:gd name="connsiteX16" fmla="*/ 2798 w 651046"/>
              <a:gd name="connsiteY16" fmla="*/ 327063 h 656863"/>
              <a:gd name="connsiteX17" fmla="*/ 35652 w 651046"/>
              <a:gd name="connsiteY17" fmla="*/ 359917 h 656863"/>
              <a:gd name="connsiteX18" fmla="*/ 68506 w 651046"/>
              <a:gd name="connsiteY18" fmla="*/ 327063 h 656863"/>
              <a:gd name="connsiteX19" fmla="*/ 35652 w 651046"/>
              <a:gd name="connsiteY19" fmla="*/ 294209 h 656863"/>
              <a:gd name="connsiteX20" fmla="*/ 175255 w 651046"/>
              <a:gd name="connsiteY20" fmla="*/ 294208 h 656863"/>
              <a:gd name="connsiteX21" fmla="*/ 142401 w 651046"/>
              <a:gd name="connsiteY21" fmla="*/ 327062 h 656863"/>
              <a:gd name="connsiteX22" fmla="*/ 175255 w 651046"/>
              <a:gd name="connsiteY22" fmla="*/ 359916 h 656863"/>
              <a:gd name="connsiteX23" fmla="*/ 208109 w 651046"/>
              <a:gd name="connsiteY23" fmla="*/ 327062 h 656863"/>
              <a:gd name="connsiteX24" fmla="*/ 175255 w 651046"/>
              <a:gd name="connsiteY24" fmla="*/ 294208 h 656863"/>
              <a:gd name="connsiteX25" fmla="*/ 35652 w 651046"/>
              <a:gd name="connsiteY25" fmla="*/ 148473 h 656863"/>
              <a:gd name="connsiteX26" fmla="*/ 2798 w 651046"/>
              <a:gd name="connsiteY26" fmla="*/ 181327 h 656863"/>
              <a:gd name="connsiteX27" fmla="*/ 35652 w 651046"/>
              <a:gd name="connsiteY27" fmla="*/ 214181 h 656863"/>
              <a:gd name="connsiteX28" fmla="*/ 68506 w 651046"/>
              <a:gd name="connsiteY28" fmla="*/ 181327 h 656863"/>
              <a:gd name="connsiteX29" fmla="*/ 35652 w 651046"/>
              <a:gd name="connsiteY29" fmla="*/ 148473 h 656863"/>
              <a:gd name="connsiteX30" fmla="*/ 175254 w 651046"/>
              <a:gd name="connsiteY30" fmla="*/ 148472 h 656863"/>
              <a:gd name="connsiteX31" fmla="*/ 142400 w 651046"/>
              <a:gd name="connsiteY31" fmla="*/ 181326 h 656863"/>
              <a:gd name="connsiteX32" fmla="*/ 175254 w 651046"/>
              <a:gd name="connsiteY32" fmla="*/ 214180 h 656863"/>
              <a:gd name="connsiteX33" fmla="*/ 208108 w 651046"/>
              <a:gd name="connsiteY33" fmla="*/ 181326 h 656863"/>
              <a:gd name="connsiteX34" fmla="*/ 175254 w 651046"/>
              <a:gd name="connsiteY34" fmla="*/ 148472 h 656863"/>
              <a:gd name="connsiteX35" fmla="*/ 325698 w 651046"/>
              <a:gd name="connsiteY35" fmla="*/ 148471 h 656863"/>
              <a:gd name="connsiteX36" fmla="*/ 292844 w 651046"/>
              <a:gd name="connsiteY36" fmla="*/ 181325 h 656863"/>
              <a:gd name="connsiteX37" fmla="*/ 325698 w 651046"/>
              <a:gd name="connsiteY37" fmla="*/ 214179 h 656863"/>
              <a:gd name="connsiteX38" fmla="*/ 358552 w 651046"/>
              <a:gd name="connsiteY38" fmla="*/ 181325 h 656863"/>
              <a:gd name="connsiteX39" fmla="*/ 325698 w 651046"/>
              <a:gd name="connsiteY39" fmla="*/ 148471 h 656863"/>
              <a:gd name="connsiteX40" fmla="*/ 476142 w 651046"/>
              <a:gd name="connsiteY40" fmla="*/ 148471 h 656863"/>
              <a:gd name="connsiteX41" fmla="*/ 443288 w 651046"/>
              <a:gd name="connsiteY41" fmla="*/ 181325 h 656863"/>
              <a:gd name="connsiteX42" fmla="*/ 476142 w 651046"/>
              <a:gd name="connsiteY42" fmla="*/ 214179 h 656863"/>
              <a:gd name="connsiteX43" fmla="*/ 508996 w 651046"/>
              <a:gd name="connsiteY43" fmla="*/ 181325 h 656863"/>
              <a:gd name="connsiteX44" fmla="*/ 476142 w 651046"/>
              <a:gd name="connsiteY44" fmla="*/ 148471 h 656863"/>
              <a:gd name="connsiteX45" fmla="*/ 470546 w 651046"/>
              <a:gd name="connsiteY45" fmla="*/ 2 h 656863"/>
              <a:gd name="connsiteX46" fmla="*/ 437692 w 651046"/>
              <a:gd name="connsiteY46" fmla="*/ 32856 h 656863"/>
              <a:gd name="connsiteX47" fmla="*/ 470546 w 651046"/>
              <a:gd name="connsiteY47" fmla="*/ 65710 h 656863"/>
              <a:gd name="connsiteX48" fmla="*/ 503400 w 651046"/>
              <a:gd name="connsiteY48" fmla="*/ 32856 h 656863"/>
              <a:gd name="connsiteX49" fmla="*/ 470546 w 651046"/>
              <a:gd name="connsiteY49" fmla="*/ 2 h 656863"/>
              <a:gd name="connsiteX50" fmla="*/ 618192 w 651046"/>
              <a:gd name="connsiteY50" fmla="*/ 2 h 656863"/>
              <a:gd name="connsiteX51" fmla="*/ 585338 w 651046"/>
              <a:gd name="connsiteY51" fmla="*/ 32856 h 656863"/>
              <a:gd name="connsiteX52" fmla="*/ 618192 w 651046"/>
              <a:gd name="connsiteY52" fmla="*/ 65710 h 656863"/>
              <a:gd name="connsiteX53" fmla="*/ 651046 w 651046"/>
              <a:gd name="connsiteY53" fmla="*/ 32856 h 656863"/>
              <a:gd name="connsiteX54" fmla="*/ 618192 w 651046"/>
              <a:gd name="connsiteY54" fmla="*/ 2 h 656863"/>
              <a:gd name="connsiteX55" fmla="*/ 175254 w 651046"/>
              <a:gd name="connsiteY55" fmla="*/ 1 h 656863"/>
              <a:gd name="connsiteX56" fmla="*/ 142400 w 651046"/>
              <a:gd name="connsiteY56" fmla="*/ 32855 h 656863"/>
              <a:gd name="connsiteX57" fmla="*/ 175254 w 651046"/>
              <a:gd name="connsiteY57" fmla="*/ 65709 h 656863"/>
              <a:gd name="connsiteX58" fmla="*/ 208108 w 651046"/>
              <a:gd name="connsiteY58" fmla="*/ 32855 h 656863"/>
              <a:gd name="connsiteX59" fmla="*/ 175254 w 651046"/>
              <a:gd name="connsiteY59" fmla="*/ 1 h 656863"/>
              <a:gd name="connsiteX60" fmla="*/ 322900 w 651046"/>
              <a:gd name="connsiteY60" fmla="*/ 1 h 656863"/>
              <a:gd name="connsiteX61" fmla="*/ 290046 w 651046"/>
              <a:gd name="connsiteY61" fmla="*/ 32855 h 656863"/>
              <a:gd name="connsiteX62" fmla="*/ 322900 w 651046"/>
              <a:gd name="connsiteY62" fmla="*/ 65709 h 656863"/>
              <a:gd name="connsiteX63" fmla="*/ 355754 w 651046"/>
              <a:gd name="connsiteY63" fmla="*/ 32855 h 656863"/>
              <a:gd name="connsiteX64" fmla="*/ 322900 w 651046"/>
              <a:gd name="connsiteY64" fmla="*/ 1 h 656863"/>
              <a:gd name="connsiteX65" fmla="*/ 32854 w 651046"/>
              <a:gd name="connsiteY65" fmla="*/ 0 h 656863"/>
              <a:gd name="connsiteX66" fmla="*/ 0 w 651046"/>
              <a:gd name="connsiteY66" fmla="*/ 32854 h 656863"/>
              <a:gd name="connsiteX67" fmla="*/ 32854 w 651046"/>
              <a:gd name="connsiteY67" fmla="*/ 65708 h 656863"/>
              <a:gd name="connsiteX68" fmla="*/ 65708 w 651046"/>
              <a:gd name="connsiteY68" fmla="*/ 32854 h 656863"/>
              <a:gd name="connsiteX69" fmla="*/ 32854 w 651046"/>
              <a:gd name="connsiteY69" fmla="*/ 0 h 65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651046" h="656863">
                <a:moveTo>
                  <a:pt x="35652" y="591155"/>
                </a:moveTo>
                <a:cubicBezTo>
                  <a:pt x="17507" y="591155"/>
                  <a:pt x="2798" y="605864"/>
                  <a:pt x="2798" y="624009"/>
                </a:cubicBezTo>
                <a:cubicBezTo>
                  <a:pt x="2798" y="642154"/>
                  <a:pt x="17507" y="656863"/>
                  <a:pt x="35652" y="656863"/>
                </a:cubicBezTo>
                <a:cubicBezTo>
                  <a:pt x="53797" y="656863"/>
                  <a:pt x="68506" y="642154"/>
                  <a:pt x="68506" y="624009"/>
                </a:cubicBezTo>
                <a:cubicBezTo>
                  <a:pt x="68506" y="605864"/>
                  <a:pt x="53797" y="591155"/>
                  <a:pt x="35652" y="591155"/>
                </a:cubicBezTo>
                <a:close/>
                <a:moveTo>
                  <a:pt x="35652" y="442682"/>
                </a:moveTo>
                <a:cubicBezTo>
                  <a:pt x="17507" y="442682"/>
                  <a:pt x="2798" y="457391"/>
                  <a:pt x="2798" y="475536"/>
                </a:cubicBezTo>
                <a:cubicBezTo>
                  <a:pt x="2798" y="493681"/>
                  <a:pt x="17507" y="508390"/>
                  <a:pt x="35652" y="508390"/>
                </a:cubicBezTo>
                <a:cubicBezTo>
                  <a:pt x="53797" y="508390"/>
                  <a:pt x="68506" y="493681"/>
                  <a:pt x="68506" y="475536"/>
                </a:cubicBezTo>
                <a:cubicBezTo>
                  <a:pt x="68506" y="457391"/>
                  <a:pt x="53797" y="442682"/>
                  <a:pt x="35652" y="442682"/>
                </a:cubicBezTo>
                <a:close/>
                <a:moveTo>
                  <a:pt x="175255" y="442682"/>
                </a:moveTo>
                <a:cubicBezTo>
                  <a:pt x="157110" y="442682"/>
                  <a:pt x="142401" y="457391"/>
                  <a:pt x="142401" y="475536"/>
                </a:cubicBezTo>
                <a:cubicBezTo>
                  <a:pt x="142401" y="493681"/>
                  <a:pt x="157110" y="508390"/>
                  <a:pt x="175255" y="508390"/>
                </a:cubicBezTo>
                <a:cubicBezTo>
                  <a:pt x="193400" y="508390"/>
                  <a:pt x="208109" y="493681"/>
                  <a:pt x="208109" y="475536"/>
                </a:cubicBezTo>
                <a:cubicBezTo>
                  <a:pt x="208109" y="457391"/>
                  <a:pt x="193400" y="442682"/>
                  <a:pt x="175255" y="442682"/>
                </a:cubicBezTo>
                <a:close/>
                <a:moveTo>
                  <a:pt x="35652" y="294209"/>
                </a:moveTo>
                <a:cubicBezTo>
                  <a:pt x="17507" y="294209"/>
                  <a:pt x="2798" y="308918"/>
                  <a:pt x="2798" y="327063"/>
                </a:cubicBezTo>
                <a:cubicBezTo>
                  <a:pt x="2798" y="345208"/>
                  <a:pt x="17507" y="359917"/>
                  <a:pt x="35652" y="359917"/>
                </a:cubicBezTo>
                <a:cubicBezTo>
                  <a:pt x="53797" y="359917"/>
                  <a:pt x="68506" y="345208"/>
                  <a:pt x="68506" y="327063"/>
                </a:cubicBezTo>
                <a:cubicBezTo>
                  <a:pt x="68506" y="308918"/>
                  <a:pt x="53797" y="294209"/>
                  <a:pt x="35652" y="294209"/>
                </a:cubicBezTo>
                <a:close/>
                <a:moveTo>
                  <a:pt x="175255" y="294208"/>
                </a:moveTo>
                <a:cubicBezTo>
                  <a:pt x="157110" y="294208"/>
                  <a:pt x="142401" y="308917"/>
                  <a:pt x="142401" y="327062"/>
                </a:cubicBezTo>
                <a:cubicBezTo>
                  <a:pt x="142401" y="345207"/>
                  <a:pt x="157110" y="359916"/>
                  <a:pt x="175255" y="359916"/>
                </a:cubicBezTo>
                <a:cubicBezTo>
                  <a:pt x="193400" y="359916"/>
                  <a:pt x="208109" y="345207"/>
                  <a:pt x="208109" y="327062"/>
                </a:cubicBezTo>
                <a:cubicBezTo>
                  <a:pt x="208109" y="308917"/>
                  <a:pt x="193400" y="294208"/>
                  <a:pt x="175255" y="294208"/>
                </a:cubicBezTo>
                <a:close/>
                <a:moveTo>
                  <a:pt x="35652" y="148473"/>
                </a:moveTo>
                <a:cubicBezTo>
                  <a:pt x="17507" y="148473"/>
                  <a:pt x="2798" y="163182"/>
                  <a:pt x="2798" y="181327"/>
                </a:cubicBezTo>
                <a:cubicBezTo>
                  <a:pt x="2798" y="199472"/>
                  <a:pt x="17507" y="214181"/>
                  <a:pt x="35652" y="214181"/>
                </a:cubicBezTo>
                <a:cubicBezTo>
                  <a:pt x="53797" y="214181"/>
                  <a:pt x="68506" y="199472"/>
                  <a:pt x="68506" y="181327"/>
                </a:cubicBezTo>
                <a:cubicBezTo>
                  <a:pt x="68506" y="163182"/>
                  <a:pt x="53797" y="148473"/>
                  <a:pt x="35652" y="148473"/>
                </a:cubicBezTo>
                <a:close/>
                <a:moveTo>
                  <a:pt x="175254" y="148472"/>
                </a:moveTo>
                <a:cubicBezTo>
                  <a:pt x="157109" y="148472"/>
                  <a:pt x="142400" y="163181"/>
                  <a:pt x="142400" y="181326"/>
                </a:cubicBezTo>
                <a:cubicBezTo>
                  <a:pt x="142400" y="199471"/>
                  <a:pt x="157109" y="214180"/>
                  <a:pt x="175254" y="214180"/>
                </a:cubicBezTo>
                <a:cubicBezTo>
                  <a:pt x="193399" y="214180"/>
                  <a:pt x="208108" y="199471"/>
                  <a:pt x="208108" y="181326"/>
                </a:cubicBezTo>
                <a:cubicBezTo>
                  <a:pt x="208108" y="163181"/>
                  <a:pt x="193399" y="148472"/>
                  <a:pt x="175254" y="148472"/>
                </a:cubicBezTo>
                <a:close/>
                <a:moveTo>
                  <a:pt x="325698" y="148471"/>
                </a:moveTo>
                <a:cubicBezTo>
                  <a:pt x="307553" y="148471"/>
                  <a:pt x="292844" y="163180"/>
                  <a:pt x="292844" y="181325"/>
                </a:cubicBezTo>
                <a:cubicBezTo>
                  <a:pt x="292844" y="199470"/>
                  <a:pt x="307553" y="214179"/>
                  <a:pt x="325698" y="214179"/>
                </a:cubicBezTo>
                <a:cubicBezTo>
                  <a:pt x="343843" y="214179"/>
                  <a:pt x="358552" y="199470"/>
                  <a:pt x="358552" y="181325"/>
                </a:cubicBezTo>
                <a:cubicBezTo>
                  <a:pt x="358552" y="163180"/>
                  <a:pt x="343843" y="148471"/>
                  <a:pt x="325698" y="148471"/>
                </a:cubicBezTo>
                <a:close/>
                <a:moveTo>
                  <a:pt x="476142" y="148471"/>
                </a:moveTo>
                <a:cubicBezTo>
                  <a:pt x="457997" y="148471"/>
                  <a:pt x="443288" y="163180"/>
                  <a:pt x="443288" y="181325"/>
                </a:cubicBezTo>
                <a:cubicBezTo>
                  <a:pt x="443288" y="199470"/>
                  <a:pt x="457997" y="214179"/>
                  <a:pt x="476142" y="214179"/>
                </a:cubicBezTo>
                <a:cubicBezTo>
                  <a:pt x="494287" y="214179"/>
                  <a:pt x="508996" y="199470"/>
                  <a:pt x="508996" y="181325"/>
                </a:cubicBezTo>
                <a:cubicBezTo>
                  <a:pt x="508996" y="163180"/>
                  <a:pt x="494287" y="148471"/>
                  <a:pt x="476142" y="148471"/>
                </a:cubicBezTo>
                <a:close/>
                <a:moveTo>
                  <a:pt x="470546" y="2"/>
                </a:moveTo>
                <a:cubicBezTo>
                  <a:pt x="452401" y="2"/>
                  <a:pt x="437692" y="14711"/>
                  <a:pt x="437692" y="32856"/>
                </a:cubicBezTo>
                <a:cubicBezTo>
                  <a:pt x="437692" y="51001"/>
                  <a:pt x="452401" y="65710"/>
                  <a:pt x="470546" y="65710"/>
                </a:cubicBezTo>
                <a:cubicBezTo>
                  <a:pt x="488691" y="65710"/>
                  <a:pt x="503400" y="51001"/>
                  <a:pt x="503400" y="32856"/>
                </a:cubicBezTo>
                <a:cubicBezTo>
                  <a:pt x="503400" y="14711"/>
                  <a:pt x="488691" y="2"/>
                  <a:pt x="470546" y="2"/>
                </a:cubicBezTo>
                <a:close/>
                <a:moveTo>
                  <a:pt x="618192" y="2"/>
                </a:moveTo>
                <a:cubicBezTo>
                  <a:pt x="600047" y="2"/>
                  <a:pt x="585338" y="14711"/>
                  <a:pt x="585338" y="32856"/>
                </a:cubicBezTo>
                <a:cubicBezTo>
                  <a:pt x="585338" y="51001"/>
                  <a:pt x="600047" y="65710"/>
                  <a:pt x="618192" y="65710"/>
                </a:cubicBezTo>
                <a:cubicBezTo>
                  <a:pt x="636337" y="65710"/>
                  <a:pt x="651046" y="51001"/>
                  <a:pt x="651046" y="32856"/>
                </a:cubicBezTo>
                <a:cubicBezTo>
                  <a:pt x="651046" y="14711"/>
                  <a:pt x="636337" y="2"/>
                  <a:pt x="618192" y="2"/>
                </a:cubicBezTo>
                <a:close/>
                <a:moveTo>
                  <a:pt x="175254" y="1"/>
                </a:moveTo>
                <a:cubicBezTo>
                  <a:pt x="157109" y="1"/>
                  <a:pt x="142400" y="14710"/>
                  <a:pt x="142400" y="32855"/>
                </a:cubicBezTo>
                <a:cubicBezTo>
                  <a:pt x="142400" y="51000"/>
                  <a:pt x="157109" y="65709"/>
                  <a:pt x="175254" y="65709"/>
                </a:cubicBezTo>
                <a:cubicBezTo>
                  <a:pt x="193399" y="65709"/>
                  <a:pt x="208108" y="51000"/>
                  <a:pt x="208108" y="32855"/>
                </a:cubicBezTo>
                <a:cubicBezTo>
                  <a:pt x="208108" y="14710"/>
                  <a:pt x="193399" y="1"/>
                  <a:pt x="175254" y="1"/>
                </a:cubicBezTo>
                <a:close/>
                <a:moveTo>
                  <a:pt x="322900" y="1"/>
                </a:moveTo>
                <a:cubicBezTo>
                  <a:pt x="304755" y="1"/>
                  <a:pt x="290046" y="14710"/>
                  <a:pt x="290046" y="32855"/>
                </a:cubicBezTo>
                <a:cubicBezTo>
                  <a:pt x="290046" y="51000"/>
                  <a:pt x="304755" y="65709"/>
                  <a:pt x="322900" y="65709"/>
                </a:cubicBezTo>
                <a:cubicBezTo>
                  <a:pt x="341045" y="65709"/>
                  <a:pt x="355754" y="51000"/>
                  <a:pt x="355754" y="32855"/>
                </a:cubicBezTo>
                <a:cubicBezTo>
                  <a:pt x="355754" y="14710"/>
                  <a:pt x="341045" y="1"/>
                  <a:pt x="322900" y="1"/>
                </a:cubicBezTo>
                <a:close/>
                <a:moveTo>
                  <a:pt x="32854" y="0"/>
                </a:moveTo>
                <a:cubicBezTo>
                  <a:pt x="14709" y="0"/>
                  <a:pt x="0" y="14709"/>
                  <a:pt x="0" y="32854"/>
                </a:cubicBezTo>
                <a:cubicBezTo>
                  <a:pt x="0" y="50999"/>
                  <a:pt x="14709" y="65708"/>
                  <a:pt x="32854" y="65708"/>
                </a:cubicBezTo>
                <a:cubicBezTo>
                  <a:pt x="50999" y="65708"/>
                  <a:pt x="65708" y="50999"/>
                  <a:pt x="65708" y="32854"/>
                </a:cubicBezTo>
                <a:cubicBezTo>
                  <a:pt x="65708" y="14709"/>
                  <a:pt x="50999" y="0"/>
                  <a:pt x="3285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BBB9D5-2645-51CE-D8F2-5003605701F4}"/>
              </a:ext>
            </a:extLst>
          </p:cNvPr>
          <p:cNvSpPr txBox="1"/>
          <p:nvPr/>
        </p:nvSpPr>
        <p:spPr>
          <a:xfrm>
            <a:off x="423792" y="212631"/>
            <a:ext cx="49028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dirty="0">
                <a:solidFill>
                  <a:srgbClr val="2399C3"/>
                </a:solidFill>
                <a:latin typeface="Bahnschrift SemiBold Condensed" panose="020B0502040204020203" pitchFamily="34" charset="0"/>
                <a:ea typeface="Yu Gothic UI Semilight" panose="020B0400000000000000" pitchFamily="34" charset="-128"/>
              </a:rPr>
              <a:t>Процесс генерации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CB7658D7-F42C-97AA-C8F2-EAC390E06E48}"/>
              </a:ext>
            </a:extLst>
          </p:cNvPr>
          <p:cNvGrpSpPr/>
          <p:nvPr/>
        </p:nvGrpSpPr>
        <p:grpSpPr>
          <a:xfrm>
            <a:off x="-9422217" y="674296"/>
            <a:ext cx="9683750" cy="6858000"/>
            <a:chOff x="1453307" y="674296"/>
            <a:chExt cx="9683750" cy="6858000"/>
          </a:xfrm>
        </p:grpSpPr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0065E25A-16E9-9A99-0464-F25AD80C7A84}"/>
                </a:ext>
              </a:extLst>
            </p:cNvPr>
            <p:cNvGrpSpPr/>
            <p:nvPr/>
          </p:nvGrpSpPr>
          <p:grpSpPr>
            <a:xfrm>
              <a:off x="1453307" y="674296"/>
              <a:ext cx="9683750" cy="6858000"/>
              <a:chOff x="1588661" y="898007"/>
              <a:chExt cx="9683750" cy="6858000"/>
            </a:xfrm>
          </p:grpSpPr>
          <p:grpSp>
            <p:nvGrpSpPr>
              <p:cNvPr id="5" name="Группа 4">
                <a:extLst>
                  <a:ext uri="{FF2B5EF4-FFF2-40B4-BE49-F238E27FC236}">
                    <a16:creationId xmlns:a16="http://schemas.microsoft.com/office/drawing/2014/main" id="{C0597DA6-B0A0-4E6C-2FB3-4D5C5FD99D28}"/>
                  </a:ext>
                </a:extLst>
              </p:cNvPr>
              <p:cNvGrpSpPr/>
              <p:nvPr/>
            </p:nvGrpSpPr>
            <p:grpSpPr>
              <a:xfrm>
                <a:off x="1588661" y="898007"/>
                <a:ext cx="9683750" cy="6858000"/>
                <a:chOff x="1146859" y="826477"/>
                <a:chExt cx="9683750" cy="6858000"/>
              </a:xfrm>
            </p:grpSpPr>
            <p:pic>
              <p:nvPicPr>
                <p:cNvPr id="1026" name="Picture 2" descr="Мой путь к идеальному терминалу с iTerm2 / Хабр">
                  <a:extLst>
                    <a:ext uri="{FF2B5EF4-FFF2-40B4-BE49-F238E27FC236}">
                      <a16:creationId xmlns:a16="http://schemas.microsoft.com/office/drawing/2014/main" id="{DC33BBBE-BF8E-F4B2-6724-9C2564A5FBA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46859" y="826477"/>
                  <a:ext cx="9683750" cy="685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" name="Прямоугольник 3">
                  <a:extLst>
                    <a:ext uri="{FF2B5EF4-FFF2-40B4-BE49-F238E27FC236}">
                      <a16:creationId xmlns:a16="http://schemas.microsoft.com/office/drawing/2014/main" id="{CBCEAD7A-598C-0BC9-44BD-780AE19D10FD}"/>
                    </a:ext>
                  </a:extLst>
                </p:cNvPr>
                <p:cNvSpPr/>
                <p:nvPr/>
              </p:nvSpPr>
              <p:spPr>
                <a:xfrm>
                  <a:off x="1969477" y="1788107"/>
                  <a:ext cx="8053754" cy="2748724"/>
                </a:xfrm>
                <a:prstGeom prst="rect">
                  <a:avLst/>
                </a:prstGeom>
                <a:solidFill>
                  <a:srgbClr val="1D1E1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64977B-F62D-66D2-9436-6A6F8A599ACD}"/>
                  </a:ext>
                </a:extLst>
              </p:cNvPr>
              <p:cNvSpPr txBox="1"/>
              <p:nvPr/>
            </p:nvSpPr>
            <p:spPr>
              <a:xfrm>
                <a:off x="3382536" y="2234126"/>
                <a:ext cx="6096000" cy="4185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+ |   a |   b |   c |   d |   e |   f |   g |   h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a |   a |   b |   c |   d |   e |   f |   g |   h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b |   b |   d |   g |   e | c/f |   g |   h |   a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c |   c |   g |   b |   h |   a |   b |   d |   e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|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d |   d |   e |   h | c/f |   g |   h |   a |   b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|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e |   e | c/f |   a |   g |   h |   a |   b |   d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f |   f |   g |   b |   h |   a |   b |   d |   e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|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g |   g |   h |   d |   a |   b |   d |   e | c/f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|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h |   h |   a |   e |   b |   d |   e | c/f |   g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4760D68-E62B-004C-A98D-BB6375137D40}"/>
                </a:ext>
              </a:extLst>
            </p:cNvPr>
            <p:cNvSpPr txBox="1"/>
            <p:nvPr/>
          </p:nvSpPr>
          <p:spPr>
            <a:xfrm>
              <a:off x="5445552" y="1837524"/>
              <a:ext cx="17145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Consolas" panose="020B0609020204030204" pitchFamily="49" charset="0"/>
                </a:rPr>
                <a:t>Таблица суммы</a:t>
              </a: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8084FF80-7BAD-1131-1502-E3125D7CE834}"/>
              </a:ext>
            </a:extLst>
          </p:cNvPr>
          <p:cNvGrpSpPr/>
          <p:nvPr/>
        </p:nvGrpSpPr>
        <p:grpSpPr>
          <a:xfrm>
            <a:off x="1437983" y="674296"/>
            <a:ext cx="9683750" cy="6858000"/>
            <a:chOff x="12313507" y="674296"/>
            <a:chExt cx="9683750" cy="6858000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A5520889-F6E5-F327-93E9-C134C0E7DD4E}"/>
                </a:ext>
              </a:extLst>
            </p:cNvPr>
            <p:cNvGrpSpPr/>
            <p:nvPr/>
          </p:nvGrpSpPr>
          <p:grpSpPr>
            <a:xfrm>
              <a:off x="12313507" y="674296"/>
              <a:ext cx="9683750" cy="6858000"/>
              <a:chOff x="1588661" y="898007"/>
              <a:chExt cx="9683750" cy="6858000"/>
            </a:xfrm>
          </p:grpSpPr>
          <p:grpSp>
            <p:nvGrpSpPr>
              <p:cNvPr id="13" name="Группа 12">
                <a:extLst>
                  <a:ext uri="{FF2B5EF4-FFF2-40B4-BE49-F238E27FC236}">
                    <a16:creationId xmlns:a16="http://schemas.microsoft.com/office/drawing/2014/main" id="{3AB07801-E794-1304-CBEB-B2C9D5D94E3F}"/>
                  </a:ext>
                </a:extLst>
              </p:cNvPr>
              <p:cNvGrpSpPr/>
              <p:nvPr/>
            </p:nvGrpSpPr>
            <p:grpSpPr>
              <a:xfrm>
                <a:off x="1588661" y="898007"/>
                <a:ext cx="9683750" cy="6858000"/>
                <a:chOff x="1146859" y="826477"/>
                <a:chExt cx="9683750" cy="6858000"/>
              </a:xfrm>
            </p:grpSpPr>
            <p:pic>
              <p:nvPicPr>
                <p:cNvPr id="15" name="Picture 2" descr="Мой путь к идеальному терминалу с iTerm2 / Хабр">
                  <a:extLst>
                    <a:ext uri="{FF2B5EF4-FFF2-40B4-BE49-F238E27FC236}">
                      <a16:creationId xmlns:a16="http://schemas.microsoft.com/office/drawing/2014/main" id="{D0A790F6-5CBE-8B50-494A-419392823B0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46859" y="826477"/>
                  <a:ext cx="9683750" cy="685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6" name="Прямоугольник 15">
                  <a:extLst>
                    <a:ext uri="{FF2B5EF4-FFF2-40B4-BE49-F238E27FC236}">
                      <a16:creationId xmlns:a16="http://schemas.microsoft.com/office/drawing/2014/main" id="{222BA7F3-D209-6645-042C-362971481B95}"/>
                    </a:ext>
                  </a:extLst>
                </p:cNvPr>
                <p:cNvSpPr/>
                <p:nvPr/>
              </p:nvSpPr>
              <p:spPr>
                <a:xfrm>
                  <a:off x="1969477" y="1788107"/>
                  <a:ext cx="8053754" cy="2748724"/>
                </a:xfrm>
                <a:prstGeom prst="rect">
                  <a:avLst/>
                </a:prstGeom>
                <a:solidFill>
                  <a:srgbClr val="1D1E1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02AD734-9BE8-4832-9001-38D4346C8086}"/>
                  </a:ext>
                </a:extLst>
              </p:cNvPr>
              <p:cNvSpPr txBox="1"/>
              <p:nvPr/>
            </p:nvSpPr>
            <p:spPr>
              <a:xfrm>
                <a:off x="3382536" y="2234126"/>
                <a:ext cx="6096000" cy="4185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* |   a |   b |   c |   d |   e |   f |   g |   h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a |   a |   a |   a |   a |   a |   a |   a |   a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b |   a |   b |   c |   d |   e |   f |   g |   h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c |   a |   c |   d |   b |   g |   d |   h |   e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d |   a |   d |   b | c/f |   h |   b |   e |   g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e |   a |   e |   g |   h |   d |   g |   b | c/f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f |   a |   f |   d |   b |   g |   d |   h |   e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g |   a |   g |   h |   e |   b |   h | c/f |   d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h |   a |   h |   e |   g | c/f |   e |   d |   b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  <a:endParaRPr lang="ru-RU" sz="1400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313DC52-BC36-21EB-8013-A9040877F6AC}"/>
                </a:ext>
              </a:extLst>
            </p:cNvPr>
            <p:cNvSpPr txBox="1"/>
            <p:nvPr/>
          </p:nvSpPr>
          <p:spPr>
            <a:xfrm>
              <a:off x="15878385" y="1856526"/>
              <a:ext cx="25539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Consolas" panose="020B0609020204030204" pitchFamily="49" charset="0"/>
                </a:rPr>
                <a:t>Таблица произведения</a:t>
              </a:r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AB417A7-70D2-DE68-5C2D-9D33779096DA}"/>
              </a:ext>
            </a:extLst>
          </p:cNvPr>
          <p:cNvGrpSpPr/>
          <p:nvPr/>
        </p:nvGrpSpPr>
        <p:grpSpPr>
          <a:xfrm>
            <a:off x="11944351" y="674296"/>
            <a:ext cx="9683750" cy="6858000"/>
            <a:chOff x="12313507" y="674296"/>
            <a:chExt cx="9683750" cy="6858000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14D5D350-FF9C-F003-C91D-6380958B6339}"/>
                </a:ext>
              </a:extLst>
            </p:cNvPr>
            <p:cNvGrpSpPr/>
            <p:nvPr/>
          </p:nvGrpSpPr>
          <p:grpSpPr>
            <a:xfrm>
              <a:off x="12313507" y="674296"/>
              <a:ext cx="9683750" cy="6858000"/>
              <a:chOff x="1588661" y="898007"/>
              <a:chExt cx="9683750" cy="6858000"/>
            </a:xfrm>
          </p:grpSpPr>
          <p:grpSp>
            <p:nvGrpSpPr>
              <p:cNvPr id="8" name="Группа 7">
                <a:extLst>
                  <a:ext uri="{FF2B5EF4-FFF2-40B4-BE49-F238E27FC236}">
                    <a16:creationId xmlns:a16="http://schemas.microsoft.com/office/drawing/2014/main" id="{C98FEA7B-4B90-97D2-BD64-08057C27313E}"/>
                  </a:ext>
                </a:extLst>
              </p:cNvPr>
              <p:cNvGrpSpPr/>
              <p:nvPr/>
            </p:nvGrpSpPr>
            <p:grpSpPr>
              <a:xfrm>
                <a:off x="1588661" y="898007"/>
                <a:ext cx="9683750" cy="6858000"/>
                <a:chOff x="1146859" y="826477"/>
                <a:chExt cx="9683750" cy="6858000"/>
              </a:xfrm>
            </p:grpSpPr>
            <p:pic>
              <p:nvPicPr>
                <p:cNvPr id="22" name="Picture 2" descr="Мой путь к идеальному терминалу с iTerm2 / Хабр">
                  <a:extLst>
                    <a:ext uri="{FF2B5EF4-FFF2-40B4-BE49-F238E27FC236}">
                      <a16:creationId xmlns:a16="http://schemas.microsoft.com/office/drawing/2014/main" id="{973127B4-0F4A-B60F-E052-B535B52516D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46859" y="826477"/>
                  <a:ext cx="9683750" cy="685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3" name="Прямоугольник 22">
                  <a:extLst>
                    <a:ext uri="{FF2B5EF4-FFF2-40B4-BE49-F238E27FC236}">
                      <a16:creationId xmlns:a16="http://schemas.microsoft.com/office/drawing/2014/main" id="{A69B8EFF-142B-0717-BECE-920996E71A0A}"/>
                    </a:ext>
                  </a:extLst>
                </p:cNvPr>
                <p:cNvSpPr/>
                <p:nvPr/>
              </p:nvSpPr>
              <p:spPr>
                <a:xfrm>
                  <a:off x="1969477" y="1788107"/>
                  <a:ext cx="8053754" cy="2748724"/>
                </a:xfrm>
                <a:prstGeom prst="rect">
                  <a:avLst/>
                </a:prstGeom>
                <a:solidFill>
                  <a:srgbClr val="1D1E1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2C6BDD-EDE5-38C8-5867-1405DCF58110}"/>
                  </a:ext>
                </a:extLst>
              </p:cNvPr>
              <p:cNvSpPr txBox="1"/>
              <p:nvPr/>
            </p:nvSpPr>
            <p:spPr>
              <a:xfrm>
                <a:off x="3382536" y="2234126"/>
                <a:ext cx="6096000" cy="4185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- |   a |   b |   c |   d |   e |   f |   g |   h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a |   a |   b |   c |   d |   e |   f |   g |   h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b |   b |   a |   e |   b |   d |   e | c/f |   g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c |   c |   e |   a |   d |   b |   a |   b |   d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d |   d |   b |   d |   a |   b |   d |   e | c/f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e |   e |   d |   b |   b |   a |   b |   d |   e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f |   f |   e |   a |   d |   b |   a |   b |   d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g |   g | c/f |   b |   e |   d |   b |   a |   b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h |   h |   g |   d | c/f |   e |   d |   b |   a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  <a:endParaRPr lang="ru-RU" sz="1400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D61E03-427B-ADA1-5A30-A83155276476}"/>
                </a:ext>
              </a:extLst>
            </p:cNvPr>
            <p:cNvSpPr txBox="1"/>
            <p:nvPr/>
          </p:nvSpPr>
          <p:spPr>
            <a:xfrm>
              <a:off x="15878385" y="1856526"/>
              <a:ext cx="25539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Consolas" panose="020B0609020204030204" pitchFamily="49" charset="0"/>
                </a:rPr>
                <a:t>Таблица разности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231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851DE-C04F-5D06-7442-9C279AB62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7EA206CB-FC01-4FC2-DEA7-4675616B80EA}"/>
              </a:ext>
            </a:extLst>
          </p:cNvPr>
          <p:cNvSpPr/>
          <p:nvPr/>
        </p:nvSpPr>
        <p:spPr>
          <a:xfrm>
            <a:off x="730240" y="5764033"/>
            <a:ext cx="416619" cy="419671"/>
          </a:xfrm>
          <a:prstGeom prst="roundRect">
            <a:avLst/>
          </a:prstGeom>
          <a:noFill/>
          <a:ln>
            <a:solidFill>
              <a:srgbClr val="BFBFBF">
                <a:alpha val="5411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8F01894F-868D-D74E-88A3-9B2DB33668FD}"/>
              </a:ext>
            </a:extLst>
          </p:cNvPr>
          <p:cNvSpPr/>
          <p:nvPr/>
        </p:nvSpPr>
        <p:spPr>
          <a:xfrm>
            <a:off x="423792" y="5875011"/>
            <a:ext cx="612896" cy="617386"/>
          </a:xfrm>
          <a:prstGeom prst="roundRect">
            <a:avLst/>
          </a:prstGeom>
          <a:solidFill>
            <a:srgbClr val="777777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901A3093-1391-A3BC-32B0-8EFCD3981DA8}"/>
              </a:ext>
            </a:extLst>
          </p:cNvPr>
          <p:cNvSpPr/>
          <p:nvPr/>
        </p:nvSpPr>
        <p:spPr>
          <a:xfrm flipH="1">
            <a:off x="11344968" y="294209"/>
            <a:ext cx="651046" cy="656863"/>
          </a:xfrm>
          <a:custGeom>
            <a:avLst/>
            <a:gdLst>
              <a:gd name="connsiteX0" fmla="*/ 35652 w 651046"/>
              <a:gd name="connsiteY0" fmla="*/ 591155 h 656863"/>
              <a:gd name="connsiteX1" fmla="*/ 2798 w 651046"/>
              <a:gd name="connsiteY1" fmla="*/ 624009 h 656863"/>
              <a:gd name="connsiteX2" fmla="*/ 35652 w 651046"/>
              <a:gd name="connsiteY2" fmla="*/ 656863 h 656863"/>
              <a:gd name="connsiteX3" fmla="*/ 68506 w 651046"/>
              <a:gd name="connsiteY3" fmla="*/ 624009 h 656863"/>
              <a:gd name="connsiteX4" fmla="*/ 35652 w 651046"/>
              <a:gd name="connsiteY4" fmla="*/ 591155 h 656863"/>
              <a:gd name="connsiteX5" fmla="*/ 35652 w 651046"/>
              <a:gd name="connsiteY5" fmla="*/ 442682 h 656863"/>
              <a:gd name="connsiteX6" fmla="*/ 2798 w 651046"/>
              <a:gd name="connsiteY6" fmla="*/ 475536 h 656863"/>
              <a:gd name="connsiteX7" fmla="*/ 35652 w 651046"/>
              <a:gd name="connsiteY7" fmla="*/ 508390 h 656863"/>
              <a:gd name="connsiteX8" fmla="*/ 68506 w 651046"/>
              <a:gd name="connsiteY8" fmla="*/ 475536 h 656863"/>
              <a:gd name="connsiteX9" fmla="*/ 35652 w 651046"/>
              <a:gd name="connsiteY9" fmla="*/ 442682 h 656863"/>
              <a:gd name="connsiteX10" fmla="*/ 175255 w 651046"/>
              <a:gd name="connsiteY10" fmla="*/ 442682 h 656863"/>
              <a:gd name="connsiteX11" fmla="*/ 142401 w 651046"/>
              <a:gd name="connsiteY11" fmla="*/ 475536 h 656863"/>
              <a:gd name="connsiteX12" fmla="*/ 175255 w 651046"/>
              <a:gd name="connsiteY12" fmla="*/ 508390 h 656863"/>
              <a:gd name="connsiteX13" fmla="*/ 208109 w 651046"/>
              <a:gd name="connsiteY13" fmla="*/ 475536 h 656863"/>
              <a:gd name="connsiteX14" fmla="*/ 175255 w 651046"/>
              <a:gd name="connsiteY14" fmla="*/ 442682 h 656863"/>
              <a:gd name="connsiteX15" fmla="*/ 35652 w 651046"/>
              <a:gd name="connsiteY15" fmla="*/ 294209 h 656863"/>
              <a:gd name="connsiteX16" fmla="*/ 2798 w 651046"/>
              <a:gd name="connsiteY16" fmla="*/ 327063 h 656863"/>
              <a:gd name="connsiteX17" fmla="*/ 35652 w 651046"/>
              <a:gd name="connsiteY17" fmla="*/ 359917 h 656863"/>
              <a:gd name="connsiteX18" fmla="*/ 68506 w 651046"/>
              <a:gd name="connsiteY18" fmla="*/ 327063 h 656863"/>
              <a:gd name="connsiteX19" fmla="*/ 35652 w 651046"/>
              <a:gd name="connsiteY19" fmla="*/ 294209 h 656863"/>
              <a:gd name="connsiteX20" fmla="*/ 175255 w 651046"/>
              <a:gd name="connsiteY20" fmla="*/ 294208 h 656863"/>
              <a:gd name="connsiteX21" fmla="*/ 142401 w 651046"/>
              <a:gd name="connsiteY21" fmla="*/ 327062 h 656863"/>
              <a:gd name="connsiteX22" fmla="*/ 175255 w 651046"/>
              <a:gd name="connsiteY22" fmla="*/ 359916 h 656863"/>
              <a:gd name="connsiteX23" fmla="*/ 208109 w 651046"/>
              <a:gd name="connsiteY23" fmla="*/ 327062 h 656863"/>
              <a:gd name="connsiteX24" fmla="*/ 175255 w 651046"/>
              <a:gd name="connsiteY24" fmla="*/ 294208 h 656863"/>
              <a:gd name="connsiteX25" fmla="*/ 35652 w 651046"/>
              <a:gd name="connsiteY25" fmla="*/ 148473 h 656863"/>
              <a:gd name="connsiteX26" fmla="*/ 2798 w 651046"/>
              <a:gd name="connsiteY26" fmla="*/ 181327 h 656863"/>
              <a:gd name="connsiteX27" fmla="*/ 35652 w 651046"/>
              <a:gd name="connsiteY27" fmla="*/ 214181 h 656863"/>
              <a:gd name="connsiteX28" fmla="*/ 68506 w 651046"/>
              <a:gd name="connsiteY28" fmla="*/ 181327 h 656863"/>
              <a:gd name="connsiteX29" fmla="*/ 35652 w 651046"/>
              <a:gd name="connsiteY29" fmla="*/ 148473 h 656863"/>
              <a:gd name="connsiteX30" fmla="*/ 175254 w 651046"/>
              <a:gd name="connsiteY30" fmla="*/ 148472 h 656863"/>
              <a:gd name="connsiteX31" fmla="*/ 142400 w 651046"/>
              <a:gd name="connsiteY31" fmla="*/ 181326 h 656863"/>
              <a:gd name="connsiteX32" fmla="*/ 175254 w 651046"/>
              <a:gd name="connsiteY32" fmla="*/ 214180 h 656863"/>
              <a:gd name="connsiteX33" fmla="*/ 208108 w 651046"/>
              <a:gd name="connsiteY33" fmla="*/ 181326 h 656863"/>
              <a:gd name="connsiteX34" fmla="*/ 175254 w 651046"/>
              <a:gd name="connsiteY34" fmla="*/ 148472 h 656863"/>
              <a:gd name="connsiteX35" fmla="*/ 325698 w 651046"/>
              <a:gd name="connsiteY35" fmla="*/ 148471 h 656863"/>
              <a:gd name="connsiteX36" fmla="*/ 292844 w 651046"/>
              <a:gd name="connsiteY36" fmla="*/ 181325 h 656863"/>
              <a:gd name="connsiteX37" fmla="*/ 325698 w 651046"/>
              <a:gd name="connsiteY37" fmla="*/ 214179 h 656863"/>
              <a:gd name="connsiteX38" fmla="*/ 358552 w 651046"/>
              <a:gd name="connsiteY38" fmla="*/ 181325 h 656863"/>
              <a:gd name="connsiteX39" fmla="*/ 325698 w 651046"/>
              <a:gd name="connsiteY39" fmla="*/ 148471 h 656863"/>
              <a:gd name="connsiteX40" fmla="*/ 476142 w 651046"/>
              <a:gd name="connsiteY40" fmla="*/ 148471 h 656863"/>
              <a:gd name="connsiteX41" fmla="*/ 443288 w 651046"/>
              <a:gd name="connsiteY41" fmla="*/ 181325 h 656863"/>
              <a:gd name="connsiteX42" fmla="*/ 476142 w 651046"/>
              <a:gd name="connsiteY42" fmla="*/ 214179 h 656863"/>
              <a:gd name="connsiteX43" fmla="*/ 508996 w 651046"/>
              <a:gd name="connsiteY43" fmla="*/ 181325 h 656863"/>
              <a:gd name="connsiteX44" fmla="*/ 476142 w 651046"/>
              <a:gd name="connsiteY44" fmla="*/ 148471 h 656863"/>
              <a:gd name="connsiteX45" fmla="*/ 470546 w 651046"/>
              <a:gd name="connsiteY45" fmla="*/ 2 h 656863"/>
              <a:gd name="connsiteX46" fmla="*/ 437692 w 651046"/>
              <a:gd name="connsiteY46" fmla="*/ 32856 h 656863"/>
              <a:gd name="connsiteX47" fmla="*/ 470546 w 651046"/>
              <a:gd name="connsiteY47" fmla="*/ 65710 h 656863"/>
              <a:gd name="connsiteX48" fmla="*/ 503400 w 651046"/>
              <a:gd name="connsiteY48" fmla="*/ 32856 h 656863"/>
              <a:gd name="connsiteX49" fmla="*/ 470546 w 651046"/>
              <a:gd name="connsiteY49" fmla="*/ 2 h 656863"/>
              <a:gd name="connsiteX50" fmla="*/ 618192 w 651046"/>
              <a:gd name="connsiteY50" fmla="*/ 2 h 656863"/>
              <a:gd name="connsiteX51" fmla="*/ 585338 w 651046"/>
              <a:gd name="connsiteY51" fmla="*/ 32856 h 656863"/>
              <a:gd name="connsiteX52" fmla="*/ 618192 w 651046"/>
              <a:gd name="connsiteY52" fmla="*/ 65710 h 656863"/>
              <a:gd name="connsiteX53" fmla="*/ 651046 w 651046"/>
              <a:gd name="connsiteY53" fmla="*/ 32856 h 656863"/>
              <a:gd name="connsiteX54" fmla="*/ 618192 w 651046"/>
              <a:gd name="connsiteY54" fmla="*/ 2 h 656863"/>
              <a:gd name="connsiteX55" fmla="*/ 175254 w 651046"/>
              <a:gd name="connsiteY55" fmla="*/ 1 h 656863"/>
              <a:gd name="connsiteX56" fmla="*/ 142400 w 651046"/>
              <a:gd name="connsiteY56" fmla="*/ 32855 h 656863"/>
              <a:gd name="connsiteX57" fmla="*/ 175254 w 651046"/>
              <a:gd name="connsiteY57" fmla="*/ 65709 h 656863"/>
              <a:gd name="connsiteX58" fmla="*/ 208108 w 651046"/>
              <a:gd name="connsiteY58" fmla="*/ 32855 h 656863"/>
              <a:gd name="connsiteX59" fmla="*/ 175254 w 651046"/>
              <a:gd name="connsiteY59" fmla="*/ 1 h 656863"/>
              <a:gd name="connsiteX60" fmla="*/ 322900 w 651046"/>
              <a:gd name="connsiteY60" fmla="*/ 1 h 656863"/>
              <a:gd name="connsiteX61" fmla="*/ 290046 w 651046"/>
              <a:gd name="connsiteY61" fmla="*/ 32855 h 656863"/>
              <a:gd name="connsiteX62" fmla="*/ 322900 w 651046"/>
              <a:gd name="connsiteY62" fmla="*/ 65709 h 656863"/>
              <a:gd name="connsiteX63" fmla="*/ 355754 w 651046"/>
              <a:gd name="connsiteY63" fmla="*/ 32855 h 656863"/>
              <a:gd name="connsiteX64" fmla="*/ 322900 w 651046"/>
              <a:gd name="connsiteY64" fmla="*/ 1 h 656863"/>
              <a:gd name="connsiteX65" fmla="*/ 32854 w 651046"/>
              <a:gd name="connsiteY65" fmla="*/ 0 h 656863"/>
              <a:gd name="connsiteX66" fmla="*/ 0 w 651046"/>
              <a:gd name="connsiteY66" fmla="*/ 32854 h 656863"/>
              <a:gd name="connsiteX67" fmla="*/ 32854 w 651046"/>
              <a:gd name="connsiteY67" fmla="*/ 65708 h 656863"/>
              <a:gd name="connsiteX68" fmla="*/ 65708 w 651046"/>
              <a:gd name="connsiteY68" fmla="*/ 32854 h 656863"/>
              <a:gd name="connsiteX69" fmla="*/ 32854 w 651046"/>
              <a:gd name="connsiteY69" fmla="*/ 0 h 65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651046" h="656863">
                <a:moveTo>
                  <a:pt x="35652" y="591155"/>
                </a:moveTo>
                <a:cubicBezTo>
                  <a:pt x="17507" y="591155"/>
                  <a:pt x="2798" y="605864"/>
                  <a:pt x="2798" y="624009"/>
                </a:cubicBezTo>
                <a:cubicBezTo>
                  <a:pt x="2798" y="642154"/>
                  <a:pt x="17507" y="656863"/>
                  <a:pt x="35652" y="656863"/>
                </a:cubicBezTo>
                <a:cubicBezTo>
                  <a:pt x="53797" y="656863"/>
                  <a:pt x="68506" y="642154"/>
                  <a:pt x="68506" y="624009"/>
                </a:cubicBezTo>
                <a:cubicBezTo>
                  <a:pt x="68506" y="605864"/>
                  <a:pt x="53797" y="591155"/>
                  <a:pt x="35652" y="591155"/>
                </a:cubicBezTo>
                <a:close/>
                <a:moveTo>
                  <a:pt x="35652" y="442682"/>
                </a:moveTo>
                <a:cubicBezTo>
                  <a:pt x="17507" y="442682"/>
                  <a:pt x="2798" y="457391"/>
                  <a:pt x="2798" y="475536"/>
                </a:cubicBezTo>
                <a:cubicBezTo>
                  <a:pt x="2798" y="493681"/>
                  <a:pt x="17507" y="508390"/>
                  <a:pt x="35652" y="508390"/>
                </a:cubicBezTo>
                <a:cubicBezTo>
                  <a:pt x="53797" y="508390"/>
                  <a:pt x="68506" y="493681"/>
                  <a:pt x="68506" y="475536"/>
                </a:cubicBezTo>
                <a:cubicBezTo>
                  <a:pt x="68506" y="457391"/>
                  <a:pt x="53797" y="442682"/>
                  <a:pt x="35652" y="442682"/>
                </a:cubicBezTo>
                <a:close/>
                <a:moveTo>
                  <a:pt x="175255" y="442682"/>
                </a:moveTo>
                <a:cubicBezTo>
                  <a:pt x="157110" y="442682"/>
                  <a:pt x="142401" y="457391"/>
                  <a:pt x="142401" y="475536"/>
                </a:cubicBezTo>
                <a:cubicBezTo>
                  <a:pt x="142401" y="493681"/>
                  <a:pt x="157110" y="508390"/>
                  <a:pt x="175255" y="508390"/>
                </a:cubicBezTo>
                <a:cubicBezTo>
                  <a:pt x="193400" y="508390"/>
                  <a:pt x="208109" y="493681"/>
                  <a:pt x="208109" y="475536"/>
                </a:cubicBezTo>
                <a:cubicBezTo>
                  <a:pt x="208109" y="457391"/>
                  <a:pt x="193400" y="442682"/>
                  <a:pt x="175255" y="442682"/>
                </a:cubicBezTo>
                <a:close/>
                <a:moveTo>
                  <a:pt x="35652" y="294209"/>
                </a:moveTo>
                <a:cubicBezTo>
                  <a:pt x="17507" y="294209"/>
                  <a:pt x="2798" y="308918"/>
                  <a:pt x="2798" y="327063"/>
                </a:cubicBezTo>
                <a:cubicBezTo>
                  <a:pt x="2798" y="345208"/>
                  <a:pt x="17507" y="359917"/>
                  <a:pt x="35652" y="359917"/>
                </a:cubicBezTo>
                <a:cubicBezTo>
                  <a:pt x="53797" y="359917"/>
                  <a:pt x="68506" y="345208"/>
                  <a:pt x="68506" y="327063"/>
                </a:cubicBezTo>
                <a:cubicBezTo>
                  <a:pt x="68506" y="308918"/>
                  <a:pt x="53797" y="294209"/>
                  <a:pt x="35652" y="294209"/>
                </a:cubicBezTo>
                <a:close/>
                <a:moveTo>
                  <a:pt x="175255" y="294208"/>
                </a:moveTo>
                <a:cubicBezTo>
                  <a:pt x="157110" y="294208"/>
                  <a:pt x="142401" y="308917"/>
                  <a:pt x="142401" y="327062"/>
                </a:cubicBezTo>
                <a:cubicBezTo>
                  <a:pt x="142401" y="345207"/>
                  <a:pt x="157110" y="359916"/>
                  <a:pt x="175255" y="359916"/>
                </a:cubicBezTo>
                <a:cubicBezTo>
                  <a:pt x="193400" y="359916"/>
                  <a:pt x="208109" y="345207"/>
                  <a:pt x="208109" y="327062"/>
                </a:cubicBezTo>
                <a:cubicBezTo>
                  <a:pt x="208109" y="308917"/>
                  <a:pt x="193400" y="294208"/>
                  <a:pt x="175255" y="294208"/>
                </a:cubicBezTo>
                <a:close/>
                <a:moveTo>
                  <a:pt x="35652" y="148473"/>
                </a:moveTo>
                <a:cubicBezTo>
                  <a:pt x="17507" y="148473"/>
                  <a:pt x="2798" y="163182"/>
                  <a:pt x="2798" y="181327"/>
                </a:cubicBezTo>
                <a:cubicBezTo>
                  <a:pt x="2798" y="199472"/>
                  <a:pt x="17507" y="214181"/>
                  <a:pt x="35652" y="214181"/>
                </a:cubicBezTo>
                <a:cubicBezTo>
                  <a:pt x="53797" y="214181"/>
                  <a:pt x="68506" y="199472"/>
                  <a:pt x="68506" y="181327"/>
                </a:cubicBezTo>
                <a:cubicBezTo>
                  <a:pt x="68506" y="163182"/>
                  <a:pt x="53797" y="148473"/>
                  <a:pt x="35652" y="148473"/>
                </a:cubicBezTo>
                <a:close/>
                <a:moveTo>
                  <a:pt x="175254" y="148472"/>
                </a:moveTo>
                <a:cubicBezTo>
                  <a:pt x="157109" y="148472"/>
                  <a:pt x="142400" y="163181"/>
                  <a:pt x="142400" y="181326"/>
                </a:cubicBezTo>
                <a:cubicBezTo>
                  <a:pt x="142400" y="199471"/>
                  <a:pt x="157109" y="214180"/>
                  <a:pt x="175254" y="214180"/>
                </a:cubicBezTo>
                <a:cubicBezTo>
                  <a:pt x="193399" y="214180"/>
                  <a:pt x="208108" y="199471"/>
                  <a:pt x="208108" y="181326"/>
                </a:cubicBezTo>
                <a:cubicBezTo>
                  <a:pt x="208108" y="163181"/>
                  <a:pt x="193399" y="148472"/>
                  <a:pt x="175254" y="148472"/>
                </a:cubicBezTo>
                <a:close/>
                <a:moveTo>
                  <a:pt x="325698" y="148471"/>
                </a:moveTo>
                <a:cubicBezTo>
                  <a:pt x="307553" y="148471"/>
                  <a:pt x="292844" y="163180"/>
                  <a:pt x="292844" y="181325"/>
                </a:cubicBezTo>
                <a:cubicBezTo>
                  <a:pt x="292844" y="199470"/>
                  <a:pt x="307553" y="214179"/>
                  <a:pt x="325698" y="214179"/>
                </a:cubicBezTo>
                <a:cubicBezTo>
                  <a:pt x="343843" y="214179"/>
                  <a:pt x="358552" y="199470"/>
                  <a:pt x="358552" y="181325"/>
                </a:cubicBezTo>
                <a:cubicBezTo>
                  <a:pt x="358552" y="163180"/>
                  <a:pt x="343843" y="148471"/>
                  <a:pt x="325698" y="148471"/>
                </a:cubicBezTo>
                <a:close/>
                <a:moveTo>
                  <a:pt x="476142" y="148471"/>
                </a:moveTo>
                <a:cubicBezTo>
                  <a:pt x="457997" y="148471"/>
                  <a:pt x="443288" y="163180"/>
                  <a:pt x="443288" y="181325"/>
                </a:cubicBezTo>
                <a:cubicBezTo>
                  <a:pt x="443288" y="199470"/>
                  <a:pt x="457997" y="214179"/>
                  <a:pt x="476142" y="214179"/>
                </a:cubicBezTo>
                <a:cubicBezTo>
                  <a:pt x="494287" y="214179"/>
                  <a:pt x="508996" y="199470"/>
                  <a:pt x="508996" y="181325"/>
                </a:cubicBezTo>
                <a:cubicBezTo>
                  <a:pt x="508996" y="163180"/>
                  <a:pt x="494287" y="148471"/>
                  <a:pt x="476142" y="148471"/>
                </a:cubicBezTo>
                <a:close/>
                <a:moveTo>
                  <a:pt x="470546" y="2"/>
                </a:moveTo>
                <a:cubicBezTo>
                  <a:pt x="452401" y="2"/>
                  <a:pt x="437692" y="14711"/>
                  <a:pt x="437692" y="32856"/>
                </a:cubicBezTo>
                <a:cubicBezTo>
                  <a:pt x="437692" y="51001"/>
                  <a:pt x="452401" y="65710"/>
                  <a:pt x="470546" y="65710"/>
                </a:cubicBezTo>
                <a:cubicBezTo>
                  <a:pt x="488691" y="65710"/>
                  <a:pt x="503400" y="51001"/>
                  <a:pt x="503400" y="32856"/>
                </a:cubicBezTo>
                <a:cubicBezTo>
                  <a:pt x="503400" y="14711"/>
                  <a:pt x="488691" y="2"/>
                  <a:pt x="470546" y="2"/>
                </a:cubicBezTo>
                <a:close/>
                <a:moveTo>
                  <a:pt x="618192" y="2"/>
                </a:moveTo>
                <a:cubicBezTo>
                  <a:pt x="600047" y="2"/>
                  <a:pt x="585338" y="14711"/>
                  <a:pt x="585338" y="32856"/>
                </a:cubicBezTo>
                <a:cubicBezTo>
                  <a:pt x="585338" y="51001"/>
                  <a:pt x="600047" y="65710"/>
                  <a:pt x="618192" y="65710"/>
                </a:cubicBezTo>
                <a:cubicBezTo>
                  <a:pt x="636337" y="65710"/>
                  <a:pt x="651046" y="51001"/>
                  <a:pt x="651046" y="32856"/>
                </a:cubicBezTo>
                <a:cubicBezTo>
                  <a:pt x="651046" y="14711"/>
                  <a:pt x="636337" y="2"/>
                  <a:pt x="618192" y="2"/>
                </a:cubicBezTo>
                <a:close/>
                <a:moveTo>
                  <a:pt x="175254" y="1"/>
                </a:moveTo>
                <a:cubicBezTo>
                  <a:pt x="157109" y="1"/>
                  <a:pt x="142400" y="14710"/>
                  <a:pt x="142400" y="32855"/>
                </a:cubicBezTo>
                <a:cubicBezTo>
                  <a:pt x="142400" y="51000"/>
                  <a:pt x="157109" y="65709"/>
                  <a:pt x="175254" y="65709"/>
                </a:cubicBezTo>
                <a:cubicBezTo>
                  <a:pt x="193399" y="65709"/>
                  <a:pt x="208108" y="51000"/>
                  <a:pt x="208108" y="32855"/>
                </a:cubicBezTo>
                <a:cubicBezTo>
                  <a:pt x="208108" y="14710"/>
                  <a:pt x="193399" y="1"/>
                  <a:pt x="175254" y="1"/>
                </a:cubicBezTo>
                <a:close/>
                <a:moveTo>
                  <a:pt x="322900" y="1"/>
                </a:moveTo>
                <a:cubicBezTo>
                  <a:pt x="304755" y="1"/>
                  <a:pt x="290046" y="14710"/>
                  <a:pt x="290046" y="32855"/>
                </a:cubicBezTo>
                <a:cubicBezTo>
                  <a:pt x="290046" y="51000"/>
                  <a:pt x="304755" y="65709"/>
                  <a:pt x="322900" y="65709"/>
                </a:cubicBezTo>
                <a:cubicBezTo>
                  <a:pt x="341045" y="65709"/>
                  <a:pt x="355754" y="51000"/>
                  <a:pt x="355754" y="32855"/>
                </a:cubicBezTo>
                <a:cubicBezTo>
                  <a:pt x="355754" y="14710"/>
                  <a:pt x="341045" y="1"/>
                  <a:pt x="322900" y="1"/>
                </a:cubicBezTo>
                <a:close/>
                <a:moveTo>
                  <a:pt x="32854" y="0"/>
                </a:moveTo>
                <a:cubicBezTo>
                  <a:pt x="14709" y="0"/>
                  <a:pt x="0" y="14709"/>
                  <a:pt x="0" y="32854"/>
                </a:cubicBezTo>
                <a:cubicBezTo>
                  <a:pt x="0" y="50999"/>
                  <a:pt x="14709" y="65708"/>
                  <a:pt x="32854" y="65708"/>
                </a:cubicBezTo>
                <a:cubicBezTo>
                  <a:pt x="50999" y="65708"/>
                  <a:pt x="65708" y="50999"/>
                  <a:pt x="65708" y="32854"/>
                </a:cubicBezTo>
                <a:cubicBezTo>
                  <a:pt x="65708" y="14709"/>
                  <a:pt x="50999" y="0"/>
                  <a:pt x="3285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D229FF-BDC8-D5AE-7BAE-033DDBAE2A2F}"/>
              </a:ext>
            </a:extLst>
          </p:cNvPr>
          <p:cNvSpPr txBox="1"/>
          <p:nvPr/>
        </p:nvSpPr>
        <p:spPr>
          <a:xfrm>
            <a:off x="423792" y="212631"/>
            <a:ext cx="49028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dirty="0">
                <a:solidFill>
                  <a:srgbClr val="2399C3"/>
                </a:solidFill>
                <a:latin typeface="Bahnschrift SemiBold Condensed" panose="020B0502040204020203" pitchFamily="34" charset="0"/>
                <a:ea typeface="Yu Gothic UI Semilight" panose="020B0400000000000000" pitchFamily="34" charset="-128"/>
              </a:rPr>
              <a:t>Процесс генерации</a:t>
            </a: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3A31BDAF-A79C-3119-4407-B937CC51930C}"/>
              </a:ext>
            </a:extLst>
          </p:cNvPr>
          <p:cNvGrpSpPr/>
          <p:nvPr/>
        </p:nvGrpSpPr>
        <p:grpSpPr>
          <a:xfrm>
            <a:off x="-9093210" y="674296"/>
            <a:ext cx="9683750" cy="6858000"/>
            <a:chOff x="12313507" y="674296"/>
            <a:chExt cx="9683750" cy="6858000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257A0FBE-FDBA-03AE-4189-624DA4298D32}"/>
                </a:ext>
              </a:extLst>
            </p:cNvPr>
            <p:cNvGrpSpPr/>
            <p:nvPr/>
          </p:nvGrpSpPr>
          <p:grpSpPr>
            <a:xfrm>
              <a:off x="12313507" y="674296"/>
              <a:ext cx="9683750" cy="6858000"/>
              <a:chOff x="1588661" y="898007"/>
              <a:chExt cx="9683750" cy="6858000"/>
            </a:xfrm>
          </p:grpSpPr>
          <p:grpSp>
            <p:nvGrpSpPr>
              <p:cNvPr id="13" name="Группа 12">
                <a:extLst>
                  <a:ext uri="{FF2B5EF4-FFF2-40B4-BE49-F238E27FC236}">
                    <a16:creationId xmlns:a16="http://schemas.microsoft.com/office/drawing/2014/main" id="{35C5B781-7AA7-F1B4-7BF5-290B894B48A0}"/>
                  </a:ext>
                </a:extLst>
              </p:cNvPr>
              <p:cNvGrpSpPr/>
              <p:nvPr/>
            </p:nvGrpSpPr>
            <p:grpSpPr>
              <a:xfrm>
                <a:off x="1588661" y="898007"/>
                <a:ext cx="9683750" cy="6858000"/>
                <a:chOff x="1146859" y="826477"/>
                <a:chExt cx="9683750" cy="6858000"/>
              </a:xfrm>
            </p:grpSpPr>
            <p:pic>
              <p:nvPicPr>
                <p:cNvPr id="15" name="Picture 2" descr="Мой путь к идеальному терминалу с iTerm2 / Хабр">
                  <a:extLst>
                    <a:ext uri="{FF2B5EF4-FFF2-40B4-BE49-F238E27FC236}">
                      <a16:creationId xmlns:a16="http://schemas.microsoft.com/office/drawing/2014/main" id="{1D5CECD2-474E-6881-C940-8F00C02F2AF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46859" y="826477"/>
                  <a:ext cx="9683750" cy="685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6" name="Прямоугольник 15">
                  <a:extLst>
                    <a:ext uri="{FF2B5EF4-FFF2-40B4-BE49-F238E27FC236}">
                      <a16:creationId xmlns:a16="http://schemas.microsoft.com/office/drawing/2014/main" id="{FBD863FB-AED5-BB45-27F3-20D3C77BCA3B}"/>
                    </a:ext>
                  </a:extLst>
                </p:cNvPr>
                <p:cNvSpPr/>
                <p:nvPr/>
              </p:nvSpPr>
              <p:spPr>
                <a:xfrm>
                  <a:off x="1969477" y="1788107"/>
                  <a:ext cx="8053754" cy="2748724"/>
                </a:xfrm>
                <a:prstGeom prst="rect">
                  <a:avLst/>
                </a:prstGeom>
                <a:solidFill>
                  <a:srgbClr val="1D1E1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181CD62-6AFE-2A82-D848-5E21D3A6B51E}"/>
                  </a:ext>
                </a:extLst>
              </p:cNvPr>
              <p:cNvSpPr txBox="1"/>
              <p:nvPr/>
            </p:nvSpPr>
            <p:spPr>
              <a:xfrm>
                <a:off x="3382536" y="2234126"/>
                <a:ext cx="6096000" cy="4185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* |   a |   b |   c |   d |   e |   f |   g |   h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a |   a |   a |   a |   a |   a |   a |   a |   a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b |   a |   b |   c |   d |   e |   f |   g |   h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c |   a |   c |   d |   b |   g |   d |   h |   e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d |   a |   d |   b | c/f |   h |   b |   e |   g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e |   a |   e |   g |   h |   d |   g |   b | c/f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f |   a |   f |   d |   b |   g |   d |   h |   e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g |   a |   g |   h |   e |   b |   h | c/f |   d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h |   a |   h |   e |   g | c/f |   e |   d |   b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  <a:endParaRPr lang="ru-RU" sz="1400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647DE34-DC1F-BE5F-FD65-A3684EAAC169}"/>
                </a:ext>
              </a:extLst>
            </p:cNvPr>
            <p:cNvSpPr txBox="1"/>
            <p:nvPr/>
          </p:nvSpPr>
          <p:spPr>
            <a:xfrm>
              <a:off x="15878385" y="1856526"/>
              <a:ext cx="25539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Consolas" panose="020B0609020204030204" pitchFamily="49" charset="0"/>
                </a:rPr>
                <a:t>Таблица произведения</a:t>
              </a:r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3BC9B1A8-5A54-1E1F-7A17-F0A9C2898592}"/>
              </a:ext>
            </a:extLst>
          </p:cNvPr>
          <p:cNvGrpSpPr/>
          <p:nvPr/>
        </p:nvGrpSpPr>
        <p:grpSpPr>
          <a:xfrm>
            <a:off x="1413158" y="674296"/>
            <a:ext cx="9683750" cy="6858000"/>
            <a:chOff x="12313507" y="674296"/>
            <a:chExt cx="9683750" cy="6858000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3C1B00AD-86DA-A4B6-965F-7CA63E8F4867}"/>
                </a:ext>
              </a:extLst>
            </p:cNvPr>
            <p:cNvGrpSpPr/>
            <p:nvPr/>
          </p:nvGrpSpPr>
          <p:grpSpPr>
            <a:xfrm>
              <a:off x="12313507" y="674296"/>
              <a:ext cx="9683750" cy="6858000"/>
              <a:chOff x="1588661" y="898007"/>
              <a:chExt cx="9683750" cy="6858000"/>
            </a:xfrm>
          </p:grpSpPr>
          <p:grpSp>
            <p:nvGrpSpPr>
              <p:cNvPr id="8" name="Группа 7">
                <a:extLst>
                  <a:ext uri="{FF2B5EF4-FFF2-40B4-BE49-F238E27FC236}">
                    <a16:creationId xmlns:a16="http://schemas.microsoft.com/office/drawing/2014/main" id="{6806AF31-B756-0F51-15A4-B26647D86F28}"/>
                  </a:ext>
                </a:extLst>
              </p:cNvPr>
              <p:cNvGrpSpPr/>
              <p:nvPr/>
            </p:nvGrpSpPr>
            <p:grpSpPr>
              <a:xfrm>
                <a:off x="1588661" y="898007"/>
                <a:ext cx="9683750" cy="6858000"/>
                <a:chOff x="1146859" y="826477"/>
                <a:chExt cx="9683750" cy="6858000"/>
              </a:xfrm>
            </p:grpSpPr>
            <p:pic>
              <p:nvPicPr>
                <p:cNvPr id="22" name="Picture 2" descr="Мой путь к идеальному терминалу с iTerm2 / Хабр">
                  <a:extLst>
                    <a:ext uri="{FF2B5EF4-FFF2-40B4-BE49-F238E27FC236}">
                      <a16:creationId xmlns:a16="http://schemas.microsoft.com/office/drawing/2014/main" id="{38A0E799-7D96-6AB8-F42D-06153FFE43D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46859" y="826477"/>
                  <a:ext cx="9683750" cy="685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3" name="Прямоугольник 22">
                  <a:extLst>
                    <a:ext uri="{FF2B5EF4-FFF2-40B4-BE49-F238E27FC236}">
                      <a16:creationId xmlns:a16="http://schemas.microsoft.com/office/drawing/2014/main" id="{D95A1899-47E8-C22D-A5EC-AC128DF48691}"/>
                    </a:ext>
                  </a:extLst>
                </p:cNvPr>
                <p:cNvSpPr/>
                <p:nvPr/>
              </p:nvSpPr>
              <p:spPr>
                <a:xfrm>
                  <a:off x="1969477" y="1788107"/>
                  <a:ext cx="8053754" cy="2748724"/>
                </a:xfrm>
                <a:prstGeom prst="rect">
                  <a:avLst/>
                </a:prstGeom>
                <a:solidFill>
                  <a:srgbClr val="1D1E1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54D7A1-D564-35E8-0966-0CFEDEDAFB58}"/>
                  </a:ext>
                </a:extLst>
              </p:cNvPr>
              <p:cNvSpPr txBox="1"/>
              <p:nvPr/>
            </p:nvSpPr>
            <p:spPr>
              <a:xfrm>
                <a:off x="3382536" y="2234126"/>
                <a:ext cx="6096000" cy="4185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- |   a |   b |   c |   d |   e |   f |   g |   h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a |   a |   b |   c |   d |   e |   f |   g |   h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b |   b |   a |   e |   b |   d |   e | c/f |   g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c |   c |   e |   a |   d |   b |   a |   b |   d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d |   d |   b |   d |   a |   b |   d |   e | c/f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e |   e |   d |   b |   b |   a |   b |   d |   e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f |   f |   e |   a |   d |   b |   a |   b |   d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g |   g | c/f |   b |   e |   d |   b |   a |   b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   h |   h |   g |   d | c/f |   e |   d |   b |   a </a:t>
                </a:r>
                <a:r>
                  <a:rPr lang="ru-RU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|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+------------------------------------------------------+</a:t>
                </a:r>
                <a:endParaRPr lang="ru-RU" sz="1400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C4AC2EC-83A3-DEE2-D358-860DA9C34A42}"/>
                </a:ext>
              </a:extLst>
            </p:cNvPr>
            <p:cNvSpPr txBox="1"/>
            <p:nvPr/>
          </p:nvSpPr>
          <p:spPr>
            <a:xfrm>
              <a:off x="15878385" y="1856526"/>
              <a:ext cx="25539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Consolas" panose="020B0609020204030204" pitchFamily="49" charset="0"/>
                </a:rPr>
                <a:t>Таблица разности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6428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9A4D9-6AFD-29F0-F56B-6282C241C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A27687-CE3A-9E29-FA87-BC70B995F2E1}"/>
              </a:ext>
            </a:extLst>
          </p:cNvPr>
          <p:cNvSpPr txBox="1"/>
          <p:nvPr/>
        </p:nvSpPr>
        <p:spPr>
          <a:xfrm>
            <a:off x="607862" y="154093"/>
            <a:ext cx="106597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solidFill>
                  <a:srgbClr val="1D7EA0"/>
                </a:solidFill>
                <a:latin typeface="Bahnschrift SemiBold Condensed" panose="020B0502040204020203" pitchFamily="34" charset="0"/>
                <a:ea typeface="Yu Gothic UI Semilight" panose="020B0400000000000000" pitchFamily="34" charset="-128"/>
              </a:rPr>
              <a:t>Архитектура</a:t>
            </a:r>
            <a:endParaRPr lang="ru-RU" sz="6000" dirty="0">
              <a:solidFill>
                <a:schemeClr val="bg1"/>
              </a:solidFill>
              <a:latin typeface="Bahnschrift SemiBold Condensed" panose="020B0502040204020203" pitchFamily="34" charset="0"/>
              <a:ea typeface="Yu Gothic UI Semilight" panose="020B0400000000000000" pitchFamily="34" charset="-128"/>
            </a:endParaRPr>
          </a:p>
        </p:txBody>
      </p:sp>
      <p:sp>
        <p:nvSpPr>
          <p:cNvPr id="45" name="Полилиния: фигура 44">
            <a:extLst>
              <a:ext uri="{FF2B5EF4-FFF2-40B4-BE49-F238E27FC236}">
                <a16:creationId xmlns:a16="http://schemas.microsoft.com/office/drawing/2014/main" id="{6BB9B6E2-AD26-DF5F-B9EE-D20E6CF46738}"/>
              </a:ext>
            </a:extLst>
          </p:cNvPr>
          <p:cNvSpPr/>
          <p:nvPr/>
        </p:nvSpPr>
        <p:spPr>
          <a:xfrm flipH="1">
            <a:off x="11344968" y="302895"/>
            <a:ext cx="651046" cy="656863"/>
          </a:xfrm>
          <a:custGeom>
            <a:avLst/>
            <a:gdLst>
              <a:gd name="connsiteX0" fmla="*/ 35652 w 651046"/>
              <a:gd name="connsiteY0" fmla="*/ 591155 h 656863"/>
              <a:gd name="connsiteX1" fmla="*/ 2798 w 651046"/>
              <a:gd name="connsiteY1" fmla="*/ 624009 h 656863"/>
              <a:gd name="connsiteX2" fmla="*/ 35652 w 651046"/>
              <a:gd name="connsiteY2" fmla="*/ 656863 h 656863"/>
              <a:gd name="connsiteX3" fmla="*/ 68506 w 651046"/>
              <a:gd name="connsiteY3" fmla="*/ 624009 h 656863"/>
              <a:gd name="connsiteX4" fmla="*/ 35652 w 651046"/>
              <a:gd name="connsiteY4" fmla="*/ 591155 h 656863"/>
              <a:gd name="connsiteX5" fmla="*/ 35652 w 651046"/>
              <a:gd name="connsiteY5" fmla="*/ 442682 h 656863"/>
              <a:gd name="connsiteX6" fmla="*/ 2798 w 651046"/>
              <a:gd name="connsiteY6" fmla="*/ 475536 h 656863"/>
              <a:gd name="connsiteX7" fmla="*/ 35652 w 651046"/>
              <a:gd name="connsiteY7" fmla="*/ 508390 h 656863"/>
              <a:gd name="connsiteX8" fmla="*/ 68506 w 651046"/>
              <a:gd name="connsiteY8" fmla="*/ 475536 h 656863"/>
              <a:gd name="connsiteX9" fmla="*/ 35652 w 651046"/>
              <a:gd name="connsiteY9" fmla="*/ 442682 h 656863"/>
              <a:gd name="connsiteX10" fmla="*/ 175255 w 651046"/>
              <a:gd name="connsiteY10" fmla="*/ 442682 h 656863"/>
              <a:gd name="connsiteX11" fmla="*/ 142401 w 651046"/>
              <a:gd name="connsiteY11" fmla="*/ 475536 h 656863"/>
              <a:gd name="connsiteX12" fmla="*/ 175255 w 651046"/>
              <a:gd name="connsiteY12" fmla="*/ 508390 h 656863"/>
              <a:gd name="connsiteX13" fmla="*/ 208109 w 651046"/>
              <a:gd name="connsiteY13" fmla="*/ 475536 h 656863"/>
              <a:gd name="connsiteX14" fmla="*/ 175255 w 651046"/>
              <a:gd name="connsiteY14" fmla="*/ 442682 h 656863"/>
              <a:gd name="connsiteX15" fmla="*/ 35652 w 651046"/>
              <a:gd name="connsiteY15" fmla="*/ 294209 h 656863"/>
              <a:gd name="connsiteX16" fmla="*/ 2798 w 651046"/>
              <a:gd name="connsiteY16" fmla="*/ 327063 h 656863"/>
              <a:gd name="connsiteX17" fmla="*/ 35652 w 651046"/>
              <a:gd name="connsiteY17" fmla="*/ 359917 h 656863"/>
              <a:gd name="connsiteX18" fmla="*/ 68506 w 651046"/>
              <a:gd name="connsiteY18" fmla="*/ 327063 h 656863"/>
              <a:gd name="connsiteX19" fmla="*/ 35652 w 651046"/>
              <a:gd name="connsiteY19" fmla="*/ 294209 h 656863"/>
              <a:gd name="connsiteX20" fmla="*/ 175255 w 651046"/>
              <a:gd name="connsiteY20" fmla="*/ 294208 h 656863"/>
              <a:gd name="connsiteX21" fmla="*/ 142401 w 651046"/>
              <a:gd name="connsiteY21" fmla="*/ 327062 h 656863"/>
              <a:gd name="connsiteX22" fmla="*/ 175255 w 651046"/>
              <a:gd name="connsiteY22" fmla="*/ 359916 h 656863"/>
              <a:gd name="connsiteX23" fmla="*/ 208109 w 651046"/>
              <a:gd name="connsiteY23" fmla="*/ 327062 h 656863"/>
              <a:gd name="connsiteX24" fmla="*/ 175255 w 651046"/>
              <a:gd name="connsiteY24" fmla="*/ 294208 h 656863"/>
              <a:gd name="connsiteX25" fmla="*/ 35652 w 651046"/>
              <a:gd name="connsiteY25" fmla="*/ 148473 h 656863"/>
              <a:gd name="connsiteX26" fmla="*/ 2798 w 651046"/>
              <a:gd name="connsiteY26" fmla="*/ 181327 h 656863"/>
              <a:gd name="connsiteX27" fmla="*/ 35652 w 651046"/>
              <a:gd name="connsiteY27" fmla="*/ 214181 h 656863"/>
              <a:gd name="connsiteX28" fmla="*/ 68506 w 651046"/>
              <a:gd name="connsiteY28" fmla="*/ 181327 h 656863"/>
              <a:gd name="connsiteX29" fmla="*/ 35652 w 651046"/>
              <a:gd name="connsiteY29" fmla="*/ 148473 h 656863"/>
              <a:gd name="connsiteX30" fmla="*/ 175254 w 651046"/>
              <a:gd name="connsiteY30" fmla="*/ 148472 h 656863"/>
              <a:gd name="connsiteX31" fmla="*/ 142400 w 651046"/>
              <a:gd name="connsiteY31" fmla="*/ 181326 h 656863"/>
              <a:gd name="connsiteX32" fmla="*/ 175254 w 651046"/>
              <a:gd name="connsiteY32" fmla="*/ 214180 h 656863"/>
              <a:gd name="connsiteX33" fmla="*/ 208108 w 651046"/>
              <a:gd name="connsiteY33" fmla="*/ 181326 h 656863"/>
              <a:gd name="connsiteX34" fmla="*/ 175254 w 651046"/>
              <a:gd name="connsiteY34" fmla="*/ 148472 h 656863"/>
              <a:gd name="connsiteX35" fmla="*/ 325698 w 651046"/>
              <a:gd name="connsiteY35" fmla="*/ 148471 h 656863"/>
              <a:gd name="connsiteX36" fmla="*/ 292844 w 651046"/>
              <a:gd name="connsiteY36" fmla="*/ 181325 h 656863"/>
              <a:gd name="connsiteX37" fmla="*/ 325698 w 651046"/>
              <a:gd name="connsiteY37" fmla="*/ 214179 h 656863"/>
              <a:gd name="connsiteX38" fmla="*/ 358552 w 651046"/>
              <a:gd name="connsiteY38" fmla="*/ 181325 h 656863"/>
              <a:gd name="connsiteX39" fmla="*/ 325698 w 651046"/>
              <a:gd name="connsiteY39" fmla="*/ 148471 h 656863"/>
              <a:gd name="connsiteX40" fmla="*/ 476142 w 651046"/>
              <a:gd name="connsiteY40" fmla="*/ 148471 h 656863"/>
              <a:gd name="connsiteX41" fmla="*/ 443288 w 651046"/>
              <a:gd name="connsiteY41" fmla="*/ 181325 h 656863"/>
              <a:gd name="connsiteX42" fmla="*/ 476142 w 651046"/>
              <a:gd name="connsiteY42" fmla="*/ 214179 h 656863"/>
              <a:gd name="connsiteX43" fmla="*/ 508996 w 651046"/>
              <a:gd name="connsiteY43" fmla="*/ 181325 h 656863"/>
              <a:gd name="connsiteX44" fmla="*/ 476142 w 651046"/>
              <a:gd name="connsiteY44" fmla="*/ 148471 h 656863"/>
              <a:gd name="connsiteX45" fmla="*/ 470546 w 651046"/>
              <a:gd name="connsiteY45" fmla="*/ 2 h 656863"/>
              <a:gd name="connsiteX46" fmla="*/ 437692 w 651046"/>
              <a:gd name="connsiteY46" fmla="*/ 32856 h 656863"/>
              <a:gd name="connsiteX47" fmla="*/ 470546 w 651046"/>
              <a:gd name="connsiteY47" fmla="*/ 65710 h 656863"/>
              <a:gd name="connsiteX48" fmla="*/ 503400 w 651046"/>
              <a:gd name="connsiteY48" fmla="*/ 32856 h 656863"/>
              <a:gd name="connsiteX49" fmla="*/ 470546 w 651046"/>
              <a:gd name="connsiteY49" fmla="*/ 2 h 656863"/>
              <a:gd name="connsiteX50" fmla="*/ 618192 w 651046"/>
              <a:gd name="connsiteY50" fmla="*/ 2 h 656863"/>
              <a:gd name="connsiteX51" fmla="*/ 585338 w 651046"/>
              <a:gd name="connsiteY51" fmla="*/ 32856 h 656863"/>
              <a:gd name="connsiteX52" fmla="*/ 618192 w 651046"/>
              <a:gd name="connsiteY52" fmla="*/ 65710 h 656863"/>
              <a:gd name="connsiteX53" fmla="*/ 651046 w 651046"/>
              <a:gd name="connsiteY53" fmla="*/ 32856 h 656863"/>
              <a:gd name="connsiteX54" fmla="*/ 618192 w 651046"/>
              <a:gd name="connsiteY54" fmla="*/ 2 h 656863"/>
              <a:gd name="connsiteX55" fmla="*/ 175254 w 651046"/>
              <a:gd name="connsiteY55" fmla="*/ 1 h 656863"/>
              <a:gd name="connsiteX56" fmla="*/ 142400 w 651046"/>
              <a:gd name="connsiteY56" fmla="*/ 32855 h 656863"/>
              <a:gd name="connsiteX57" fmla="*/ 175254 w 651046"/>
              <a:gd name="connsiteY57" fmla="*/ 65709 h 656863"/>
              <a:gd name="connsiteX58" fmla="*/ 208108 w 651046"/>
              <a:gd name="connsiteY58" fmla="*/ 32855 h 656863"/>
              <a:gd name="connsiteX59" fmla="*/ 175254 w 651046"/>
              <a:gd name="connsiteY59" fmla="*/ 1 h 656863"/>
              <a:gd name="connsiteX60" fmla="*/ 322900 w 651046"/>
              <a:gd name="connsiteY60" fmla="*/ 1 h 656863"/>
              <a:gd name="connsiteX61" fmla="*/ 290046 w 651046"/>
              <a:gd name="connsiteY61" fmla="*/ 32855 h 656863"/>
              <a:gd name="connsiteX62" fmla="*/ 322900 w 651046"/>
              <a:gd name="connsiteY62" fmla="*/ 65709 h 656863"/>
              <a:gd name="connsiteX63" fmla="*/ 355754 w 651046"/>
              <a:gd name="connsiteY63" fmla="*/ 32855 h 656863"/>
              <a:gd name="connsiteX64" fmla="*/ 322900 w 651046"/>
              <a:gd name="connsiteY64" fmla="*/ 1 h 656863"/>
              <a:gd name="connsiteX65" fmla="*/ 32854 w 651046"/>
              <a:gd name="connsiteY65" fmla="*/ 0 h 656863"/>
              <a:gd name="connsiteX66" fmla="*/ 0 w 651046"/>
              <a:gd name="connsiteY66" fmla="*/ 32854 h 656863"/>
              <a:gd name="connsiteX67" fmla="*/ 32854 w 651046"/>
              <a:gd name="connsiteY67" fmla="*/ 65708 h 656863"/>
              <a:gd name="connsiteX68" fmla="*/ 65708 w 651046"/>
              <a:gd name="connsiteY68" fmla="*/ 32854 h 656863"/>
              <a:gd name="connsiteX69" fmla="*/ 32854 w 651046"/>
              <a:gd name="connsiteY69" fmla="*/ 0 h 65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651046" h="656863">
                <a:moveTo>
                  <a:pt x="35652" y="591155"/>
                </a:moveTo>
                <a:cubicBezTo>
                  <a:pt x="17507" y="591155"/>
                  <a:pt x="2798" y="605864"/>
                  <a:pt x="2798" y="624009"/>
                </a:cubicBezTo>
                <a:cubicBezTo>
                  <a:pt x="2798" y="642154"/>
                  <a:pt x="17507" y="656863"/>
                  <a:pt x="35652" y="656863"/>
                </a:cubicBezTo>
                <a:cubicBezTo>
                  <a:pt x="53797" y="656863"/>
                  <a:pt x="68506" y="642154"/>
                  <a:pt x="68506" y="624009"/>
                </a:cubicBezTo>
                <a:cubicBezTo>
                  <a:pt x="68506" y="605864"/>
                  <a:pt x="53797" y="591155"/>
                  <a:pt x="35652" y="591155"/>
                </a:cubicBezTo>
                <a:close/>
                <a:moveTo>
                  <a:pt x="35652" y="442682"/>
                </a:moveTo>
                <a:cubicBezTo>
                  <a:pt x="17507" y="442682"/>
                  <a:pt x="2798" y="457391"/>
                  <a:pt x="2798" y="475536"/>
                </a:cubicBezTo>
                <a:cubicBezTo>
                  <a:pt x="2798" y="493681"/>
                  <a:pt x="17507" y="508390"/>
                  <a:pt x="35652" y="508390"/>
                </a:cubicBezTo>
                <a:cubicBezTo>
                  <a:pt x="53797" y="508390"/>
                  <a:pt x="68506" y="493681"/>
                  <a:pt x="68506" y="475536"/>
                </a:cubicBezTo>
                <a:cubicBezTo>
                  <a:pt x="68506" y="457391"/>
                  <a:pt x="53797" y="442682"/>
                  <a:pt x="35652" y="442682"/>
                </a:cubicBezTo>
                <a:close/>
                <a:moveTo>
                  <a:pt x="175255" y="442682"/>
                </a:moveTo>
                <a:cubicBezTo>
                  <a:pt x="157110" y="442682"/>
                  <a:pt x="142401" y="457391"/>
                  <a:pt x="142401" y="475536"/>
                </a:cubicBezTo>
                <a:cubicBezTo>
                  <a:pt x="142401" y="493681"/>
                  <a:pt x="157110" y="508390"/>
                  <a:pt x="175255" y="508390"/>
                </a:cubicBezTo>
                <a:cubicBezTo>
                  <a:pt x="193400" y="508390"/>
                  <a:pt x="208109" y="493681"/>
                  <a:pt x="208109" y="475536"/>
                </a:cubicBezTo>
                <a:cubicBezTo>
                  <a:pt x="208109" y="457391"/>
                  <a:pt x="193400" y="442682"/>
                  <a:pt x="175255" y="442682"/>
                </a:cubicBezTo>
                <a:close/>
                <a:moveTo>
                  <a:pt x="35652" y="294209"/>
                </a:moveTo>
                <a:cubicBezTo>
                  <a:pt x="17507" y="294209"/>
                  <a:pt x="2798" y="308918"/>
                  <a:pt x="2798" y="327063"/>
                </a:cubicBezTo>
                <a:cubicBezTo>
                  <a:pt x="2798" y="345208"/>
                  <a:pt x="17507" y="359917"/>
                  <a:pt x="35652" y="359917"/>
                </a:cubicBezTo>
                <a:cubicBezTo>
                  <a:pt x="53797" y="359917"/>
                  <a:pt x="68506" y="345208"/>
                  <a:pt x="68506" y="327063"/>
                </a:cubicBezTo>
                <a:cubicBezTo>
                  <a:pt x="68506" y="308918"/>
                  <a:pt x="53797" y="294209"/>
                  <a:pt x="35652" y="294209"/>
                </a:cubicBezTo>
                <a:close/>
                <a:moveTo>
                  <a:pt x="175255" y="294208"/>
                </a:moveTo>
                <a:cubicBezTo>
                  <a:pt x="157110" y="294208"/>
                  <a:pt x="142401" y="308917"/>
                  <a:pt x="142401" y="327062"/>
                </a:cubicBezTo>
                <a:cubicBezTo>
                  <a:pt x="142401" y="345207"/>
                  <a:pt x="157110" y="359916"/>
                  <a:pt x="175255" y="359916"/>
                </a:cubicBezTo>
                <a:cubicBezTo>
                  <a:pt x="193400" y="359916"/>
                  <a:pt x="208109" y="345207"/>
                  <a:pt x="208109" y="327062"/>
                </a:cubicBezTo>
                <a:cubicBezTo>
                  <a:pt x="208109" y="308917"/>
                  <a:pt x="193400" y="294208"/>
                  <a:pt x="175255" y="294208"/>
                </a:cubicBezTo>
                <a:close/>
                <a:moveTo>
                  <a:pt x="35652" y="148473"/>
                </a:moveTo>
                <a:cubicBezTo>
                  <a:pt x="17507" y="148473"/>
                  <a:pt x="2798" y="163182"/>
                  <a:pt x="2798" y="181327"/>
                </a:cubicBezTo>
                <a:cubicBezTo>
                  <a:pt x="2798" y="199472"/>
                  <a:pt x="17507" y="214181"/>
                  <a:pt x="35652" y="214181"/>
                </a:cubicBezTo>
                <a:cubicBezTo>
                  <a:pt x="53797" y="214181"/>
                  <a:pt x="68506" y="199472"/>
                  <a:pt x="68506" y="181327"/>
                </a:cubicBezTo>
                <a:cubicBezTo>
                  <a:pt x="68506" y="163182"/>
                  <a:pt x="53797" y="148473"/>
                  <a:pt x="35652" y="148473"/>
                </a:cubicBezTo>
                <a:close/>
                <a:moveTo>
                  <a:pt x="175254" y="148472"/>
                </a:moveTo>
                <a:cubicBezTo>
                  <a:pt x="157109" y="148472"/>
                  <a:pt x="142400" y="163181"/>
                  <a:pt x="142400" y="181326"/>
                </a:cubicBezTo>
                <a:cubicBezTo>
                  <a:pt x="142400" y="199471"/>
                  <a:pt x="157109" y="214180"/>
                  <a:pt x="175254" y="214180"/>
                </a:cubicBezTo>
                <a:cubicBezTo>
                  <a:pt x="193399" y="214180"/>
                  <a:pt x="208108" y="199471"/>
                  <a:pt x="208108" y="181326"/>
                </a:cubicBezTo>
                <a:cubicBezTo>
                  <a:pt x="208108" y="163181"/>
                  <a:pt x="193399" y="148472"/>
                  <a:pt x="175254" y="148472"/>
                </a:cubicBezTo>
                <a:close/>
                <a:moveTo>
                  <a:pt x="325698" y="148471"/>
                </a:moveTo>
                <a:cubicBezTo>
                  <a:pt x="307553" y="148471"/>
                  <a:pt x="292844" y="163180"/>
                  <a:pt x="292844" y="181325"/>
                </a:cubicBezTo>
                <a:cubicBezTo>
                  <a:pt x="292844" y="199470"/>
                  <a:pt x="307553" y="214179"/>
                  <a:pt x="325698" y="214179"/>
                </a:cubicBezTo>
                <a:cubicBezTo>
                  <a:pt x="343843" y="214179"/>
                  <a:pt x="358552" y="199470"/>
                  <a:pt x="358552" y="181325"/>
                </a:cubicBezTo>
                <a:cubicBezTo>
                  <a:pt x="358552" y="163180"/>
                  <a:pt x="343843" y="148471"/>
                  <a:pt x="325698" y="148471"/>
                </a:cubicBezTo>
                <a:close/>
                <a:moveTo>
                  <a:pt x="476142" y="148471"/>
                </a:moveTo>
                <a:cubicBezTo>
                  <a:pt x="457997" y="148471"/>
                  <a:pt x="443288" y="163180"/>
                  <a:pt x="443288" y="181325"/>
                </a:cubicBezTo>
                <a:cubicBezTo>
                  <a:pt x="443288" y="199470"/>
                  <a:pt x="457997" y="214179"/>
                  <a:pt x="476142" y="214179"/>
                </a:cubicBezTo>
                <a:cubicBezTo>
                  <a:pt x="494287" y="214179"/>
                  <a:pt x="508996" y="199470"/>
                  <a:pt x="508996" y="181325"/>
                </a:cubicBezTo>
                <a:cubicBezTo>
                  <a:pt x="508996" y="163180"/>
                  <a:pt x="494287" y="148471"/>
                  <a:pt x="476142" y="148471"/>
                </a:cubicBezTo>
                <a:close/>
                <a:moveTo>
                  <a:pt x="470546" y="2"/>
                </a:moveTo>
                <a:cubicBezTo>
                  <a:pt x="452401" y="2"/>
                  <a:pt x="437692" y="14711"/>
                  <a:pt x="437692" y="32856"/>
                </a:cubicBezTo>
                <a:cubicBezTo>
                  <a:pt x="437692" y="51001"/>
                  <a:pt x="452401" y="65710"/>
                  <a:pt x="470546" y="65710"/>
                </a:cubicBezTo>
                <a:cubicBezTo>
                  <a:pt x="488691" y="65710"/>
                  <a:pt x="503400" y="51001"/>
                  <a:pt x="503400" y="32856"/>
                </a:cubicBezTo>
                <a:cubicBezTo>
                  <a:pt x="503400" y="14711"/>
                  <a:pt x="488691" y="2"/>
                  <a:pt x="470546" y="2"/>
                </a:cubicBezTo>
                <a:close/>
                <a:moveTo>
                  <a:pt x="618192" y="2"/>
                </a:moveTo>
                <a:cubicBezTo>
                  <a:pt x="600047" y="2"/>
                  <a:pt x="585338" y="14711"/>
                  <a:pt x="585338" y="32856"/>
                </a:cubicBezTo>
                <a:cubicBezTo>
                  <a:pt x="585338" y="51001"/>
                  <a:pt x="600047" y="65710"/>
                  <a:pt x="618192" y="65710"/>
                </a:cubicBezTo>
                <a:cubicBezTo>
                  <a:pt x="636337" y="65710"/>
                  <a:pt x="651046" y="51001"/>
                  <a:pt x="651046" y="32856"/>
                </a:cubicBezTo>
                <a:cubicBezTo>
                  <a:pt x="651046" y="14711"/>
                  <a:pt x="636337" y="2"/>
                  <a:pt x="618192" y="2"/>
                </a:cubicBezTo>
                <a:close/>
                <a:moveTo>
                  <a:pt x="175254" y="1"/>
                </a:moveTo>
                <a:cubicBezTo>
                  <a:pt x="157109" y="1"/>
                  <a:pt x="142400" y="14710"/>
                  <a:pt x="142400" y="32855"/>
                </a:cubicBezTo>
                <a:cubicBezTo>
                  <a:pt x="142400" y="51000"/>
                  <a:pt x="157109" y="65709"/>
                  <a:pt x="175254" y="65709"/>
                </a:cubicBezTo>
                <a:cubicBezTo>
                  <a:pt x="193399" y="65709"/>
                  <a:pt x="208108" y="51000"/>
                  <a:pt x="208108" y="32855"/>
                </a:cubicBezTo>
                <a:cubicBezTo>
                  <a:pt x="208108" y="14710"/>
                  <a:pt x="193399" y="1"/>
                  <a:pt x="175254" y="1"/>
                </a:cubicBezTo>
                <a:close/>
                <a:moveTo>
                  <a:pt x="322900" y="1"/>
                </a:moveTo>
                <a:cubicBezTo>
                  <a:pt x="304755" y="1"/>
                  <a:pt x="290046" y="14710"/>
                  <a:pt x="290046" y="32855"/>
                </a:cubicBezTo>
                <a:cubicBezTo>
                  <a:pt x="290046" y="51000"/>
                  <a:pt x="304755" y="65709"/>
                  <a:pt x="322900" y="65709"/>
                </a:cubicBezTo>
                <a:cubicBezTo>
                  <a:pt x="341045" y="65709"/>
                  <a:pt x="355754" y="51000"/>
                  <a:pt x="355754" y="32855"/>
                </a:cubicBezTo>
                <a:cubicBezTo>
                  <a:pt x="355754" y="14710"/>
                  <a:pt x="341045" y="1"/>
                  <a:pt x="322900" y="1"/>
                </a:cubicBezTo>
                <a:close/>
                <a:moveTo>
                  <a:pt x="32854" y="0"/>
                </a:moveTo>
                <a:cubicBezTo>
                  <a:pt x="14709" y="0"/>
                  <a:pt x="0" y="14709"/>
                  <a:pt x="0" y="32854"/>
                </a:cubicBezTo>
                <a:cubicBezTo>
                  <a:pt x="0" y="50999"/>
                  <a:pt x="14709" y="65708"/>
                  <a:pt x="32854" y="65708"/>
                </a:cubicBezTo>
                <a:cubicBezTo>
                  <a:pt x="50999" y="65708"/>
                  <a:pt x="65708" y="50999"/>
                  <a:pt x="65708" y="32854"/>
                </a:cubicBezTo>
                <a:cubicBezTo>
                  <a:pt x="65708" y="14709"/>
                  <a:pt x="50999" y="0"/>
                  <a:pt x="3285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DDE9D416-01AF-66F9-BC7C-5314707428DC}"/>
              </a:ext>
            </a:extLst>
          </p:cNvPr>
          <p:cNvSpPr/>
          <p:nvPr/>
        </p:nvSpPr>
        <p:spPr>
          <a:xfrm>
            <a:off x="12140559" y="3815644"/>
            <a:ext cx="101104" cy="101104"/>
          </a:xfrm>
          <a:prstGeom prst="roundRect">
            <a:avLst>
              <a:gd name="adj" fmla="val 2506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49AAEA21-BA57-33D7-FBDF-60A07BB17041}"/>
              </a:ext>
            </a:extLst>
          </p:cNvPr>
          <p:cNvSpPr/>
          <p:nvPr/>
        </p:nvSpPr>
        <p:spPr>
          <a:xfrm>
            <a:off x="12309211" y="2370601"/>
            <a:ext cx="63202" cy="632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44E580-33CA-3C60-7C8C-7AAC17802F22}"/>
              </a:ext>
            </a:extLst>
          </p:cNvPr>
          <p:cNvSpPr txBox="1"/>
          <p:nvPr/>
        </p:nvSpPr>
        <p:spPr>
          <a:xfrm>
            <a:off x="607862" y="2178655"/>
            <a:ext cx="40324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Bahnschrift SemiBold Condensed" panose="020B0502040204020203" pitchFamily="34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Три ключевых инновации</a:t>
            </a:r>
            <a:r>
              <a:rPr lang="en-US" sz="2000" b="1" dirty="0">
                <a:latin typeface="Bahnschrift SemiBold Condensed" panose="020B0502040204020203" pitchFamily="34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:</a:t>
            </a:r>
            <a:endParaRPr lang="ru-RU" sz="2000" b="1" dirty="0">
              <a:latin typeface="Bahnschrift SemiBold Condensed" panose="020B0502040204020203" pitchFamily="34" charset="0"/>
              <a:ea typeface="Microsoft JhengHei Light" panose="020B0304030504040204" pitchFamily="34" charset="-120"/>
              <a:cs typeface="Times New Roman" panose="02020603050405020304" pitchFamily="18" charset="0"/>
            </a:endParaRPr>
          </a:p>
          <a:p>
            <a:endParaRPr lang="ru-RU" sz="1400" b="1" dirty="0">
              <a:latin typeface="Microsoft JhengHei Light" panose="020B0304030504040204" pitchFamily="34" charset="-120"/>
              <a:ea typeface="Microsoft JhengHei Light" panose="020B0304030504040204" pitchFamily="34" charset="-12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1. Интерактивный конструктор структур</a:t>
            </a:r>
          </a:p>
          <a:p>
            <a:endParaRPr lang="ru-RU" sz="1400" dirty="0">
              <a:latin typeface="Microsoft JhengHei Light" panose="020B0304030504040204" pitchFamily="34" charset="-120"/>
              <a:ea typeface="Microsoft JhengHei Light" panose="020B0304030504040204" pitchFamily="34" charset="-12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Рисует алгебраические системы как графы</a:t>
            </a:r>
          </a:p>
          <a:p>
            <a:endParaRPr lang="ru-RU" sz="1400" dirty="0">
              <a:latin typeface="Microsoft JhengHei Light" panose="020B0304030504040204" pitchFamily="34" charset="-120"/>
              <a:ea typeface="Microsoft JhengHei Light" panose="020B0304030504040204" pitchFamily="34" charset="-12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2. Автоматический генератор операций</a:t>
            </a:r>
          </a:p>
          <a:p>
            <a:endParaRPr lang="ru-RU" sz="1400" dirty="0">
              <a:latin typeface="Microsoft JhengHei Light" panose="020B0304030504040204" pitchFamily="34" charset="-120"/>
              <a:ea typeface="Microsoft JhengHei Light" panose="020B0304030504040204" pitchFamily="34" charset="-12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Из порядка → таблицы сложения/умножения</a:t>
            </a:r>
          </a:p>
          <a:p>
            <a:endParaRPr lang="ru-RU" sz="1400" dirty="0">
              <a:latin typeface="Microsoft JhengHei Light" panose="020B0304030504040204" pitchFamily="34" charset="-120"/>
              <a:ea typeface="Microsoft JhengHei Light" panose="020B0304030504040204" pitchFamily="34" charset="-12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3. Универсальное вычислительное ядро</a:t>
            </a:r>
          </a:p>
          <a:p>
            <a:endParaRPr lang="ru-RU" sz="1400" dirty="0">
              <a:latin typeface="Microsoft JhengHei Light" panose="020B0304030504040204" pitchFamily="34" charset="-120"/>
              <a:ea typeface="Microsoft JhengHei Light" panose="020B0304030504040204" pitchFamily="34" charset="-12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Работает с любой созданной структурой</a:t>
            </a:r>
            <a:endParaRPr lang="ru-RU" sz="1400" dirty="0">
              <a:solidFill>
                <a:srgbClr val="FFFFFF"/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7346599-9223-898E-E227-2991A4454E42}"/>
              </a:ext>
            </a:extLst>
          </p:cNvPr>
          <p:cNvSpPr/>
          <p:nvPr/>
        </p:nvSpPr>
        <p:spPr>
          <a:xfrm>
            <a:off x="7655725" y="865272"/>
            <a:ext cx="2487800" cy="594966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Инженер (пользователь</a:t>
            </a:r>
            <a:r>
              <a:rPr lang="ru-RU" dirty="0"/>
              <a:t>)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A325BE2-7EA1-14A6-3F3E-2C1C5F364CEB}"/>
              </a:ext>
            </a:extLst>
          </p:cNvPr>
          <p:cNvSpPr/>
          <p:nvPr/>
        </p:nvSpPr>
        <p:spPr>
          <a:xfrm>
            <a:off x="6626237" y="1791095"/>
            <a:ext cx="4546775" cy="2793206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F4E9172-0B4E-C59C-BB29-0B7715089E10}"/>
              </a:ext>
            </a:extLst>
          </p:cNvPr>
          <p:cNvCxnSpPr>
            <a:cxnSpLocks/>
            <a:stCxn id="3" idx="2"/>
            <a:endCxn id="7" idx="2"/>
          </p:cNvCxnSpPr>
          <p:nvPr/>
        </p:nvCxnSpPr>
        <p:spPr>
          <a:xfrm>
            <a:off x="8899625" y="1460238"/>
            <a:ext cx="0" cy="312406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137F3D1-9A98-98E4-A914-5F903452845E}"/>
              </a:ext>
            </a:extLst>
          </p:cNvPr>
          <p:cNvSpPr txBox="1"/>
          <p:nvPr/>
        </p:nvSpPr>
        <p:spPr>
          <a:xfrm>
            <a:off x="6642004" y="1948751"/>
            <a:ext cx="22418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Творческий слой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3C2DC3-060A-DBA4-B8B6-650880B09EBE}"/>
              </a:ext>
            </a:extLst>
          </p:cNvPr>
          <p:cNvSpPr txBox="1"/>
          <p:nvPr/>
        </p:nvSpPr>
        <p:spPr>
          <a:xfrm>
            <a:off x="8883856" y="1948750"/>
            <a:ext cx="2280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Вычислительный слой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D546C56-E556-51B8-14DB-82D63B015D68}"/>
              </a:ext>
            </a:extLst>
          </p:cNvPr>
          <p:cNvSpPr/>
          <p:nvPr/>
        </p:nvSpPr>
        <p:spPr>
          <a:xfrm>
            <a:off x="7097622" y="2440318"/>
            <a:ext cx="1330619" cy="711179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Редактор структур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3A0EFB5A-D508-F137-C531-10BA34130E4D}"/>
              </a:ext>
            </a:extLst>
          </p:cNvPr>
          <p:cNvSpPr/>
          <p:nvPr/>
        </p:nvSpPr>
        <p:spPr>
          <a:xfrm>
            <a:off x="7097622" y="3580988"/>
            <a:ext cx="1328450" cy="711179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Генератор операций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85C37DB-82BB-192D-40C1-E080DE6FF6DF}"/>
              </a:ext>
            </a:extLst>
          </p:cNvPr>
          <p:cNvSpPr/>
          <p:nvPr/>
        </p:nvSpPr>
        <p:spPr>
          <a:xfrm>
            <a:off x="9190430" y="2434641"/>
            <a:ext cx="1607435" cy="716856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Универсальное ядро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9EA838F-45B8-AAC9-19EB-BC9C01F5CE7E}"/>
              </a:ext>
            </a:extLst>
          </p:cNvPr>
          <p:cNvSpPr/>
          <p:nvPr/>
        </p:nvSpPr>
        <p:spPr>
          <a:xfrm>
            <a:off x="9190429" y="3580988"/>
            <a:ext cx="1607435" cy="711179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Оптимизатор выражений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BE300FE4-E28A-080A-76A2-B237E4FC3FBA}"/>
              </a:ext>
            </a:extLst>
          </p:cNvPr>
          <p:cNvSpPr/>
          <p:nvPr/>
        </p:nvSpPr>
        <p:spPr>
          <a:xfrm>
            <a:off x="7474420" y="4982206"/>
            <a:ext cx="2850407" cy="126276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r>
              <a:rPr lang="ru-RU" sz="1600" dirty="0"/>
              <a:t>Фундаментальный слой</a:t>
            </a:r>
          </a:p>
          <a:p>
            <a:pPr algn="ctr">
              <a:spcBef>
                <a:spcPts val="1200"/>
              </a:spcBef>
            </a:pPr>
            <a:r>
              <a:rPr lang="ru-RU" sz="1600" dirty="0"/>
              <a:t>Таблицы операций</a:t>
            </a:r>
          </a:p>
          <a:p>
            <a:pPr algn="ctr"/>
            <a:r>
              <a:rPr lang="ru-RU" sz="1600" dirty="0"/>
              <a:t>Отношения порядка</a:t>
            </a:r>
          </a:p>
          <a:p>
            <a:pPr algn="ctr"/>
            <a:r>
              <a:rPr lang="ru-RU" sz="1600" dirty="0"/>
              <a:t>Библиотека структур</a:t>
            </a:r>
          </a:p>
        </p:txBody>
      </p: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ECDB25E5-2664-0E8F-8C8E-13DE858993EA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7761847" y="3151497"/>
            <a:ext cx="1085" cy="42949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6C3ECAA9-B645-32EA-0CEE-C0280466ACD2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 flipH="1">
            <a:off x="9994147" y="3151497"/>
            <a:ext cx="1" cy="42949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740A2B15-015D-1FBE-5DE9-189060E1E860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7761847" y="4292167"/>
            <a:ext cx="0" cy="690039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B27FD1C3-1E92-95C9-1FA1-BA6D55297D45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9994146" y="4292167"/>
            <a:ext cx="1" cy="690039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>
            <a:extLst>
              <a:ext uri="{FF2B5EF4-FFF2-40B4-BE49-F238E27FC236}">
                <a16:creationId xmlns:a16="http://schemas.microsoft.com/office/drawing/2014/main" id="{B8F934DD-D802-7B7F-7E9F-286A0A62F453}"/>
              </a:ext>
            </a:extLst>
          </p:cNvPr>
          <p:cNvCxnSpPr>
            <a:cxnSpLocks/>
          </p:cNvCxnSpPr>
          <p:nvPr/>
        </p:nvCxnSpPr>
        <p:spPr>
          <a:xfrm flipH="1">
            <a:off x="7478097" y="5384527"/>
            <a:ext cx="284673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18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1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" grpId="0" animBg="1"/>
      <p:bldP spid="7" grpId="0" animBg="1"/>
      <p:bldP spid="22" grpId="0"/>
      <p:bldP spid="23" grpId="0"/>
      <p:bldP spid="26" grpId="0" animBg="1"/>
      <p:bldP spid="27" grpId="0" animBg="1"/>
      <p:bldP spid="29" grpId="0" animBg="1"/>
      <p:bldP spid="30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2B5BD-3D24-CC7B-BA50-B5F6A4006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9DAAFA5-2375-95D5-FDDE-2D652F2E0E82}"/>
              </a:ext>
            </a:extLst>
          </p:cNvPr>
          <p:cNvSpPr/>
          <p:nvPr/>
        </p:nvSpPr>
        <p:spPr>
          <a:xfrm>
            <a:off x="797964" y="5857540"/>
            <a:ext cx="416619" cy="419671"/>
          </a:xfrm>
          <a:prstGeom prst="roundRect">
            <a:avLst/>
          </a:prstGeom>
          <a:noFill/>
          <a:ln>
            <a:solidFill>
              <a:srgbClr val="BFBFBF">
                <a:alpha val="5411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5D01DC39-A652-2A9E-B78A-AC090AF00E66}"/>
              </a:ext>
            </a:extLst>
          </p:cNvPr>
          <p:cNvSpPr/>
          <p:nvPr/>
        </p:nvSpPr>
        <p:spPr>
          <a:xfrm>
            <a:off x="480942" y="5974391"/>
            <a:ext cx="612896" cy="617386"/>
          </a:xfrm>
          <a:prstGeom prst="roundRect">
            <a:avLst/>
          </a:prstGeom>
          <a:solidFill>
            <a:srgbClr val="777777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94327A60-E552-4E8C-7D46-5B026050BAC2}"/>
              </a:ext>
            </a:extLst>
          </p:cNvPr>
          <p:cNvSpPr/>
          <p:nvPr/>
        </p:nvSpPr>
        <p:spPr>
          <a:xfrm flipH="1">
            <a:off x="11344968" y="294209"/>
            <a:ext cx="651046" cy="656863"/>
          </a:xfrm>
          <a:custGeom>
            <a:avLst/>
            <a:gdLst>
              <a:gd name="connsiteX0" fmla="*/ 35652 w 651046"/>
              <a:gd name="connsiteY0" fmla="*/ 591155 h 656863"/>
              <a:gd name="connsiteX1" fmla="*/ 2798 w 651046"/>
              <a:gd name="connsiteY1" fmla="*/ 624009 h 656863"/>
              <a:gd name="connsiteX2" fmla="*/ 35652 w 651046"/>
              <a:gd name="connsiteY2" fmla="*/ 656863 h 656863"/>
              <a:gd name="connsiteX3" fmla="*/ 68506 w 651046"/>
              <a:gd name="connsiteY3" fmla="*/ 624009 h 656863"/>
              <a:gd name="connsiteX4" fmla="*/ 35652 w 651046"/>
              <a:gd name="connsiteY4" fmla="*/ 591155 h 656863"/>
              <a:gd name="connsiteX5" fmla="*/ 35652 w 651046"/>
              <a:gd name="connsiteY5" fmla="*/ 442682 h 656863"/>
              <a:gd name="connsiteX6" fmla="*/ 2798 w 651046"/>
              <a:gd name="connsiteY6" fmla="*/ 475536 h 656863"/>
              <a:gd name="connsiteX7" fmla="*/ 35652 w 651046"/>
              <a:gd name="connsiteY7" fmla="*/ 508390 h 656863"/>
              <a:gd name="connsiteX8" fmla="*/ 68506 w 651046"/>
              <a:gd name="connsiteY8" fmla="*/ 475536 h 656863"/>
              <a:gd name="connsiteX9" fmla="*/ 35652 w 651046"/>
              <a:gd name="connsiteY9" fmla="*/ 442682 h 656863"/>
              <a:gd name="connsiteX10" fmla="*/ 175255 w 651046"/>
              <a:gd name="connsiteY10" fmla="*/ 442682 h 656863"/>
              <a:gd name="connsiteX11" fmla="*/ 142401 w 651046"/>
              <a:gd name="connsiteY11" fmla="*/ 475536 h 656863"/>
              <a:gd name="connsiteX12" fmla="*/ 175255 w 651046"/>
              <a:gd name="connsiteY12" fmla="*/ 508390 h 656863"/>
              <a:gd name="connsiteX13" fmla="*/ 208109 w 651046"/>
              <a:gd name="connsiteY13" fmla="*/ 475536 h 656863"/>
              <a:gd name="connsiteX14" fmla="*/ 175255 w 651046"/>
              <a:gd name="connsiteY14" fmla="*/ 442682 h 656863"/>
              <a:gd name="connsiteX15" fmla="*/ 35652 w 651046"/>
              <a:gd name="connsiteY15" fmla="*/ 294209 h 656863"/>
              <a:gd name="connsiteX16" fmla="*/ 2798 w 651046"/>
              <a:gd name="connsiteY16" fmla="*/ 327063 h 656863"/>
              <a:gd name="connsiteX17" fmla="*/ 35652 w 651046"/>
              <a:gd name="connsiteY17" fmla="*/ 359917 h 656863"/>
              <a:gd name="connsiteX18" fmla="*/ 68506 w 651046"/>
              <a:gd name="connsiteY18" fmla="*/ 327063 h 656863"/>
              <a:gd name="connsiteX19" fmla="*/ 35652 w 651046"/>
              <a:gd name="connsiteY19" fmla="*/ 294209 h 656863"/>
              <a:gd name="connsiteX20" fmla="*/ 175255 w 651046"/>
              <a:gd name="connsiteY20" fmla="*/ 294208 h 656863"/>
              <a:gd name="connsiteX21" fmla="*/ 142401 w 651046"/>
              <a:gd name="connsiteY21" fmla="*/ 327062 h 656863"/>
              <a:gd name="connsiteX22" fmla="*/ 175255 w 651046"/>
              <a:gd name="connsiteY22" fmla="*/ 359916 h 656863"/>
              <a:gd name="connsiteX23" fmla="*/ 208109 w 651046"/>
              <a:gd name="connsiteY23" fmla="*/ 327062 h 656863"/>
              <a:gd name="connsiteX24" fmla="*/ 175255 w 651046"/>
              <a:gd name="connsiteY24" fmla="*/ 294208 h 656863"/>
              <a:gd name="connsiteX25" fmla="*/ 35652 w 651046"/>
              <a:gd name="connsiteY25" fmla="*/ 148473 h 656863"/>
              <a:gd name="connsiteX26" fmla="*/ 2798 w 651046"/>
              <a:gd name="connsiteY26" fmla="*/ 181327 h 656863"/>
              <a:gd name="connsiteX27" fmla="*/ 35652 w 651046"/>
              <a:gd name="connsiteY27" fmla="*/ 214181 h 656863"/>
              <a:gd name="connsiteX28" fmla="*/ 68506 w 651046"/>
              <a:gd name="connsiteY28" fmla="*/ 181327 h 656863"/>
              <a:gd name="connsiteX29" fmla="*/ 35652 w 651046"/>
              <a:gd name="connsiteY29" fmla="*/ 148473 h 656863"/>
              <a:gd name="connsiteX30" fmla="*/ 175254 w 651046"/>
              <a:gd name="connsiteY30" fmla="*/ 148472 h 656863"/>
              <a:gd name="connsiteX31" fmla="*/ 142400 w 651046"/>
              <a:gd name="connsiteY31" fmla="*/ 181326 h 656863"/>
              <a:gd name="connsiteX32" fmla="*/ 175254 w 651046"/>
              <a:gd name="connsiteY32" fmla="*/ 214180 h 656863"/>
              <a:gd name="connsiteX33" fmla="*/ 208108 w 651046"/>
              <a:gd name="connsiteY33" fmla="*/ 181326 h 656863"/>
              <a:gd name="connsiteX34" fmla="*/ 175254 w 651046"/>
              <a:gd name="connsiteY34" fmla="*/ 148472 h 656863"/>
              <a:gd name="connsiteX35" fmla="*/ 325698 w 651046"/>
              <a:gd name="connsiteY35" fmla="*/ 148471 h 656863"/>
              <a:gd name="connsiteX36" fmla="*/ 292844 w 651046"/>
              <a:gd name="connsiteY36" fmla="*/ 181325 h 656863"/>
              <a:gd name="connsiteX37" fmla="*/ 325698 w 651046"/>
              <a:gd name="connsiteY37" fmla="*/ 214179 h 656863"/>
              <a:gd name="connsiteX38" fmla="*/ 358552 w 651046"/>
              <a:gd name="connsiteY38" fmla="*/ 181325 h 656863"/>
              <a:gd name="connsiteX39" fmla="*/ 325698 w 651046"/>
              <a:gd name="connsiteY39" fmla="*/ 148471 h 656863"/>
              <a:gd name="connsiteX40" fmla="*/ 476142 w 651046"/>
              <a:gd name="connsiteY40" fmla="*/ 148471 h 656863"/>
              <a:gd name="connsiteX41" fmla="*/ 443288 w 651046"/>
              <a:gd name="connsiteY41" fmla="*/ 181325 h 656863"/>
              <a:gd name="connsiteX42" fmla="*/ 476142 w 651046"/>
              <a:gd name="connsiteY42" fmla="*/ 214179 h 656863"/>
              <a:gd name="connsiteX43" fmla="*/ 508996 w 651046"/>
              <a:gd name="connsiteY43" fmla="*/ 181325 h 656863"/>
              <a:gd name="connsiteX44" fmla="*/ 476142 w 651046"/>
              <a:gd name="connsiteY44" fmla="*/ 148471 h 656863"/>
              <a:gd name="connsiteX45" fmla="*/ 470546 w 651046"/>
              <a:gd name="connsiteY45" fmla="*/ 2 h 656863"/>
              <a:gd name="connsiteX46" fmla="*/ 437692 w 651046"/>
              <a:gd name="connsiteY46" fmla="*/ 32856 h 656863"/>
              <a:gd name="connsiteX47" fmla="*/ 470546 w 651046"/>
              <a:gd name="connsiteY47" fmla="*/ 65710 h 656863"/>
              <a:gd name="connsiteX48" fmla="*/ 503400 w 651046"/>
              <a:gd name="connsiteY48" fmla="*/ 32856 h 656863"/>
              <a:gd name="connsiteX49" fmla="*/ 470546 w 651046"/>
              <a:gd name="connsiteY49" fmla="*/ 2 h 656863"/>
              <a:gd name="connsiteX50" fmla="*/ 618192 w 651046"/>
              <a:gd name="connsiteY50" fmla="*/ 2 h 656863"/>
              <a:gd name="connsiteX51" fmla="*/ 585338 w 651046"/>
              <a:gd name="connsiteY51" fmla="*/ 32856 h 656863"/>
              <a:gd name="connsiteX52" fmla="*/ 618192 w 651046"/>
              <a:gd name="connsiteY52" fmla="*/ 65710 h 656863"/>
              <a:gd name="connsiteX53" fmla="*/ 651046 w 651046"/>
              <a:gd name="connsiteY53" fmla="*/ 32856 h 656863"/>
              <a:gd name="connsiteX54" fmla="*/ 618192 w 651046"/>
              <a:gd name="connsiteY54" fmla="*/ 2 h 656863"/>
              <a:gd name="connsiteX55" fmla="*/ 175254 w 651046"/>
              <a:gd name="connsiteY55" fmla="*/ 1 h 656863"/>
              <a:gd name="connsiteX56" fmla="*/ 142400 w 651046"/>
              <a:gd name="connsiteY56" fmla="*/ 32855 h 656863"/>
              <a:gd name="connsiteX57" fmla="*/ 175254 w 651046"/>
              <a:gd name="connsiteY57" fmla="*/ 65709 h 656863"/>
              <a:gd name="connsiteX58" fmla="*/ 208108 w 651046"/>
              <a:gd name="connsiteY58" fmla="*/ 32855 h 656863"/>
              <a:gd name="connsiteX59" fmla="*/ 175254 w 651046"/>
              <a:gd name="connsiteY59" fmla="*/ 1 h 656863"/>
              <a:gd name="connsiteX60" fmla="*/ 322900 w 651046"/>
              <a:gd name="connsiteY60" fmla="*/ 1 h 656863"/>
              <a:gd name="connsiteX61" fmla="*/ 290046 w 651046"/>
              <a:gd name="connsiteY61" fmla="*/ 32855 h 656863"/>
              <a:gd name="connsiteX62" fmla="*/ 322900 w 651046"/>
              <a:gd name="connsiteY62" fmla="*/ 65709 h 656863"/>
              <a:gd name="connsiteX63" fmla="*/ 355754 w 651046"/>
              <a:gd name="connsiteY63" fmla="*/ 32855 h 656863"/>
              <a:gd name="connsiteX64" fmla="*/ 322900 w 651046"/>
              <a:gd name="connsiteY64" fmla="*/ 1 h 656863"/>
              <a:gd name="connsiteX65" fmla="*/ 32854 w 651046"/>
              <a:gd name="connsiteY65" fmla="*/ 0 h 656863"/>
              <a:gd name="connsiteX66" fmla="*/ 0 w 651046"/>
              <a:gd name="connsiteY66" fmla="*/ 32854 h 656863"/>
              <a:gd name="connsiteX67" fmla="*/ 32854 w 651046"/>
              <a:gd name="connsiteY67" fmla="*/ 65708 h 656863"/>
              <a:gd name="connsiteX68" fmla="*/ 65708 w 651046"/>
              <a:gd name="connsiteY68" fmla="*/ 32854 h 656863"/>
              <a:gd name="connsiteX69" fmla="*/ 32854 w 651046"/>
              <a:gd name="connsiteY69" fmla="*/ 0 h 65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651046" h="656863">
                <a:moveTo>
                  <a:pt x="35652" y="591155"/>
                </a:moveTo>
                <a:cubicBezTo>
                  <a:pt x="17507" y="591155"/>
                  <a:pt x="2798" y="605864"/>
                  <a:pt x="2798" y="624009"/>
                </a:cubicBezTo>
                <a:cubicBezTo>
                  <a:pt x="2798" y="642154"/>
                  <a:pt x="17507" y="656863"/>
                  <a:pt x="35652" y="656863"/>
                </a:cubicBezTo>
                <a:cubicBezTo>
                  <a:pt x="53797" y="656863"/>
                  <a:pt x="68506" y="642154"/>
                  <a:pt x="68506" y="624009"/>
                </a:cubicBezTo>
                <a:cubicBezTo>
                  <a:pt x="68506" y="605864"/>
                  <a:pt x="53797" y="591155"/>
                  <a:pt x="35652" y="591155"/>
                </a:cubicBezTo>
                <a:close/>
                <a:moveTo>
                  <a:pt x="35652" y="442682"/>
                </a:moveTo>
                <a:cubicBezTo>
                  <a:pt x="17507" y="442682"/>
                  <a:pt x="2798" y="457391"/>
                  <a:pt x="2798" y="475536"/>
                </a:cubicBezTo>
                <a:cubicBezTo>
                  <a:pt x="2798" y="493681"/>
                  <a:pt x="17507" y="508390"/>
                  <a:pt x="35652" y="508390"/>
                </a:cubicBezTo>
                <a:cubicBezTo>
                  <a:pt x="53797" y="508390"/>
                  <a:pt x="68506" y="493681"/>
                  <a:pt x="68506" y="475536"/>
                </a:cubicBezTo>
                <a:cubicBezTo>
                  <a:pt x="68506" y="457391"/>
                  <a:pt x="53797" y="442682"/>
                  <a:pt x="35652" y="442682"/>
                </a:cubicBezTo>
                <a:close/>
                <a:moveTo>
                  <a:pt x="175255" y="442682"/>
                </a:moveTo>
                <a:cubicBezTo>
                  <a:pt x="157110" y="442682"/>
                  <a:pt x="142401" y="457391"/>
                  <a:pt x="142401" y="475536"/>
                </a:cubicBezTo>
                <a:cubicBezTo>
                  <a:pt x="142401" y="493681"/>
                  <a:pt x="157110" y="508390"/>
                  <a:pt x="175255" y="508390"/>
                </a:cubicBezTo>
                <a:cubicBezTo>
                  <a:pt x="193400" y="508390"/>
                  <a:pt x="208109" y="493681"/>
                  <a:pt x="208109" y="475536"/>
                </a:cubicBezTo>
                <a:cubicBezTo>
                  <a:pt x="208109" y="457391"/>
                  <a:pt x="193400" y="442682"/>
                  <a:pt x="175255" y="442682"/>
                </a:cubicBezTo>
                <a:close/>
                <a:moveTo>
                  <a:pt x="35652" y="294209"/>
                </a:moveTo>
                <a:cubicBezTo>
                  <a:pt x="17507" y="294209"/>
                  <a:pt x="2798" y="308918"/>
                  <a:pt x="2798" y="327063"/>
                </a:cubicBezTo>
                <a:cubicBezTo>
                  <a:pt x="2798" y="345208"/>
                  <a:pt x="17507" y="359917"/>
                  <a:pt x="35652" y="359917"/>
                </a:cubicBezTo>
                <a:cubicBezTo>
                  <a:pt x="53797" y="359917"/>
                  <a:pt x="68506" y="345208"/>
                  <a:pt x="68506" y="327063"/>
                </a:cubicBezTo>
                <a:cubicBezTo>
                  <a:pt x="68506" y="308918"/>
                  <a:pt x="53797" y="294209"/>
                  <a:pt x="35652" y="294209"/>
                </a:cubicBezTo>
                <a:close/>
                <a:moveTo>
                  <a:pt x="175255" y="294208"/>
                </a:moveTo>
                <a:cubicBezTo>
                  <a:pt x="157110" y="294208"/>
                  <a:pt x="142401" y="308917"/>
                  <a:pt x="142401" y="327062"/>
                </a:cubicBezTo>
                <a:cubicBezTo>
                  <a:pt x="142401" y="345207"/>
                  <a:pt x="157110" y="359916"/>
                  <a:pt x="175255" y="359916"/>
                </a:cubicBezTo>
                <a:cubicBezTo>
                  <a:pt x="193400" y="359916"/>
                  <a:pt x="208109" y="345207"/>
                  <a:pt x="208109" y="327062"/>
                </a:cubicBezTo>
                <a:cubicBezTo>
                  <a:pt x="208109" y="308917"/>
                  <a:pt x="193400" y="294208"/>
                  <a:pt x="175255" y="294208"/>
                </a:cubicBezTo>
                <a:close/>
                <a:moveTo>
                  <a:pt x="35652" y="148473"/>
                </a:moveTo>
                <a:cubicBezTo>
                  <a:pt x="17507" y="148473"/>
                  <a:pt x="2798" y="163182"/>
                  <a:pt x="2798" y="181327"/>
                </a:cubicBezTo>
                <a:cubicBezTo>
                  <a:pt x="2798" y="199472"/>
                  <a:pt x="17507" y="214181"/>
                  <a:pt x="35652" y="214181"/>
                </a:cubicBezTo>
                <a:cubicBezTo>
                  <a:pt x="53797" y="214181"/>
                  <a:pt x="68506" y="199472"/>
                  <a:pt x="68506" y="181327"/>
                </a:cubicBezTo>
                <a:cubicBezTo>
                  <a:pt x="68506" y="163182"/>
                  <a:pt x="53797" y="148473"/>
                  <a:pt x="35652" y="148473"/>
                </a:cubicBezTo>
                <a:close/>
                <a:moveTo>
                  <a:pt x="175254" y="148472"/>
                </a:moveTo>
                <a:cubicBezTo>
                  <a:pt x="157109" y="148472"/>
                  <a:pt x="142400" y="163181"/>
                  <a:pt x="142400" y="181326"/>
                </a:cubicBezTo>
                <a:cubicBezTo>
                  <a:pt x="142400" y="199471"/>
                  <a:pt x="157109" y="214180"/>
                  <a:pt x="175254" y="214180"/>
                </a:cubicBezTo>
                <a:cubicBezTo>
                  <a:pt x="193399" y="214180"/>
                  <a:pt x="208108" y="199471"/>
                  <a:pt x="208108" y="181326"/>
                </a:cubicBezTo>
                <a:cubicBezTo>
                  <a:pt x="208108" y="163181"/>
                  <a:pt x="193399" y="148472"/>
                  <a:pt x="175254" y="148472"/>
                </a:cubicBezTo>
                <a:close/>
                <a:moveTo>
                  <a:pt x="325698" y="148471"/>
                </a:moveTo>
                <a:cubicBezTo>
                  <a:pt x="307553" y="148471"/>
                  <a:pt x="292844" y="163180"/>
                  <a:pt x="292844" y="181325"/>
                </a:cubicBezTo>
                <a:cubicBezTo>
                  <a:pt x="292844" y="199470"/>
                  <a:pt x="307553" y="214179"/>
                  <a:pt x="325698" y="214179"/>
                </a:cubicBezTo>
                <a:cubicBezTo>
                  <a:pt x="343843" y="214179"/>
                  <a:pt x="358552" y="199470"/>
                  <a:pt x="358552" y="181325"/>
                </a:cubicBezTo>
                <a:cubicBezTo>
                  <a:pt x="358552" y="163180"/>
                  <a:pt x="343843" y="148471"/>
                  <a:pt x="325698" y="148471"/>
                </a:cubicBezTo>
                <a:close/>
                <a:moveTo>
                  <a:pt x="476142" y="148471"/>
                </a:moveTo>
                <a:cubicBezTo>
                  <a:pt x="457997" y="148471"/>
                  <a:pt x="443288" y="163180"/>
                  <a:pt x="443288" y="181325"/>
                </a:cubicBezTo>
                <a:cubicBezTo>
                  <a:pt x="443288" y="199470"/>
                  <a:pt x="457997" y="214179"/>
                  <a:pt x="476142" y="214179"/>
                </a:cubicBezTo>
                <a:cubicBezTo>
                  <a:pt x="494287" y="214179"/>
                  <a:pt x="508996" y="199470"/>
                  <a:pt x="508996" y="181325"/>
                </a:cubicBezTo>
                <a:cubicBezTo>
                  <a:pt x="508996" y="163180"/>
                  <a:pt x="494287" y="148471"/>
                  <a:pt x="476142" y="148471"/>
                </a:cubicBezTo>
                <a:close/>
                <a:moveTo>
                  <a:pt x="470546" y="2"/>
                </a:moveTo>
                <a:cubicBezTo>
                  <a:pt x="452401" y="2"/>
                  <a:pt x="437692" y="14711"/>
                  <a:pt x="437692" y="32856"/>
                </a:cubicBezTo>
                <a:cubicBezTo>
                  <a:pt x="437692" y="51001"/>
                  <a:pt x="452401" y="65710"/>
                  <a:pt x="470546" y="65710"/>
                </a:cubicBezTo>
                <a:cubicBezTo>
                  <a:pt x="488691" y="65710"/>
                  <a:pt x="503400" y="51001"/>
                  <a:pt x="503400" y="32856"/>
                </a:cubicBezTo>
                <a:cubicBezTo>
                  <a:pt x="503400" y="14711"/>
                  <a:pt x="488691" y="2"/>
                  <a:pt x="470546" y="2"/>
                </a:cubicBezTo>
                <a:close/>
                <a:moveTo>
                  <a:pt x="618192" y="2"/>
                </a:moveTo>
                <a:cubicBezTo>
                  <a:pt x="600047" y="2"/>
                  <a:pt x="585338" y="14711"/>
                  <a:pt x="585338" y="32856"/>
                </a:cubicBezTo>
                <a:cubicBezTo>
                  <a:pt x="585338" y="51001"/>
                  <a:pt x="600047" y="65710"/>
                  <a:pt x="618192" y="65710"/>
                </a:cubicBezTo>
                <a:cubicBezTo>
                  <a:pt x="636337" y="65710"/>
                  <a:pt x="651046" y="51001"/>
                  <a:pt x="651046" y="32856"/>
                </a:cubicBezTo>
                <a:cubicBezTo>
                  <a:pt x="651046" y="14711"/>
                  <a:pt x="636337" y="2"/>
                  <a:pt x="618192" y="2"/>
                </a:cubicBezTo>
                <a:close/>
                <a:moveTo>
                  <a:pt x="175254" y="1"/>
                </a:moveTo>
                <a:cubicBezTo>
                  <a:pt x="157109" y="1"/>
                  <a:pt x="142400" y="14710"/>
                  <a:pt x="142400" y="32855"/>
                </a:cubicBezTo>
                <a:cubicBezTo>
                  <a:pt x="142400" y="51000"/>
                  <a:pt x="157109" y="65709"/>
                  <a:pt x="175254" y="65709"/>
                </a:cubicBezTo>
                <a:cubicBezTo>
                  <a:pt x="193399" y="65709"/>
                  <a:pt x="208108" y="51000"/>
                  <a:pt x="208108" y="32855"/>
                </a:cubicBezTo>
                <a:cubicBezTo>
                  <a:pt x="208108" y="14710"/>
                  <a:pt x="193399" y="1"/>
                  <a:pt x="175254" y="1"/>
                </a:cubicBezTo>
                <a:close/>
                <a:moveTo>
                  <a:pt x="322900" y="1"/>
                </a:moveTo>
                <a:cubicBezTo>
                  <a:pt x="304755" y="1"/>
                  <a:pt x="290046" y="14710"/>
                  <a:pt x="290046" y="32855"/>
                </a:cubicBezTo>
                <a:cubicBezTo>
                  <a:pt x="290046" y="51000"/>
                  <a:pt x="304755" y="65709"/>
                  <a:pt x="322900" y="65709"/>
                </a:cubicBezTo>
                <a:cubicBezTo>
                  <a:pt x="341045" y="65709"/>
                  <a:pt x="355754" y="51000"/>
                  <a:pt x="355754" y="32855"/>
                </a:cubicBezTo>
                <a:cubicBezTo>
                  <a:pt x="355754" y="14710"/>
                  <a:pt x="341045" y="1"/>
                  <a:pt x="322900" y="1"/>
                </a:cubicBezTo>
                <a:close/>
                <a:moveTo>
                  <a:pt x="32854" y="0"/>
                </a:moveTo>
                <a:cubicBezTo>
                  <a:pt x="14709" y="0"/>
                  <a:pt x="0" y="14709"/>
                  <a:pt x="0" y="32854"/>
                </a:cubicBezTo>
                <a:cubicBezTo>
                  <a:pt x="0" y="50999"/>
                  <a:pt x="14709" y="65708"/>
                  <a:pt x="32854" y="65708"/>
                </a:cubicBezTo>
                <a:cubicBezTo>
                  <a:pt x="50999" y="65708"/>
                  <a:pt x="65708" y="50999"/>
                  <a:pt x="65708" y="32854"/>
                </a:cubicBezTo>
                <a:cubicBezTo>
                  <a:pt x="65708" y="14709"/>
                  <a:pt x="50999" y="0"/>
                  <a:pt x="3285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4E1C51-271F-7724-45EA-8A21B8C198D8}"/>
              </a:ext>
            </a:extLst>
          </p:cNvPr>
          <p:cNvSpPr txBox="1"/>
          <p:nvPr/>
        </p:nvSpPr>
        <p:spPr>
          <a:xfrm>
            <a:off x="273050" y="119124"/>
            <a:ext cx="11671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dirty="0">
                <a:solidFill>
                  <a:srgbClr val="2399C3"/>
                </a:solidFill>
                <a:latin typeface="Bahnschrift SemiBold Condensed" panose="020B0502040204020203" pitchFamily="34" charset="0"/>
                <a:ea typeface="Yu Gothic UI Semilight" panose="020B0400000000000000" pitchFamily="34" charset="-128"/>
              </a:rPr>
              <a:t>Редактор диаграмм Хассе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E0025746-08F2-999E-2DFA-09EED405E679}"/>
              </a:ext>
            </a:extLst>
          </p:cNvPr>
          <p:cNvGrpSpPr/>
          <p:nvPr/>
        </p:nvGrpSpPr>
        <p:grpSpPr>
          <a:xfrm>
            <a:off x="3960010" y="1885365"/>
            <a:ext cx="3309608" cy="514350"/>
            <a:chOff x="5516943" y="3796494"/>
            <a:chExt cx="1572449" cy="2896259"/>
          </a:xfrm>
        </p:grpSpPr>
        <p:sp>
          <p:nvSpPr>
            <p:cNvPr id="3" name="Прямоугольник: скругленные углы 2">
              <a:extLst>
                <a:ext uri="{FF2B5EF4-FFF2-40B4-BE49-F238E27FC236}">
                  <a16:creationId xmlns:a16="http://schemas.microsoft.com/office/drawing/2014/main" id="{7A263FE9-3159-740D-09DA-57D70082BE68}"/>
                </a:ext>
              </a:extLst>
            </p:cNvPr>
            <p:cNvSpPr/>
            <p:nvPr/>
          </p:nvSpPr>
          <p:spPr>
            <a:xfrm>
              <a:off x="5567819" y="3796494"/>
              <a:ext cx="1483111" cy="2896259"/>
            </a:xfrm>
            <a:prstGeom prst="roundRect">
              <a:avLst>
                <a:gd name="adj" fmla="val 14327"/>
              </a:avLst>
            </a:prstGeom>
            <a:solidFill>
              <a:srgbClr val="FFFFFF"/>
            </a:solidFill>
            <a:ln>
              <a:noFill/>
            </a:ln>
            <a:effectLst>
              <a:outerShdw blurRad="139700" sx="103000" sy="103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7ABD231-FA93-69FE-FB7E-721A5CFE8324}"/>
                </a:ext>
              </a:extLst>
            </p:cNvPr>
            <p:cNvSpPr txBox="1"/>
            <p:nvPr/>
          </p:nvSpPr>
          <p:spPr>
            <a:xfrm>
              <a:off x="5516943" y="4215107"/>
              <a:ext cx="1572449" cy="20796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a </a:t>
              </a:r>
              <a:r>
                <a:rPr lang="en-US" sz="12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───</a:t>
              </a:r>
              <a:r>
                <a:rPr 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▶</a:t>
              </a: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b </a:t>
              </a:r>
              <a:r>
                <a:rPr lang="en-US" sz="12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───▶</a:t>
              </a: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d </a:t>
              </a:r>
              <a:r>
                <a:rPr lang="en-US" sz="12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───▶</a:t>
              </a: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e </a:t>
              </a:r>
              <a:r>
                <a:rPr lang="en-US" sz="12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───▶</a:t>
              </a: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c</a:t>
              </a:r>
              <a:endParaRPr lang="ru-RU" sz="14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558F4AA-718D-E9DE-CBEB-A840AC3E8235}"/>
              </a:ext>
            </a:extLst>
          </p:cNvPr>
          <p:cNvSpPr txBox="1"/>
          <p:nvPr/>
        </p:nvSpPr>
        <p:spPr>
          <a:xfrm>
            <a:off x="3960010" y="26327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sz="1800" dirty="0">
                <a:solidFill>
                  <a:srgbClr val="2399C3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Этап 2</a:t>
            </a:r>
            <a:r>
              <a:rPr lang="en-US" sz="1800" dirty="0">
                <a:solidFill>
                  <a:srgbClr val="2399C3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: </a:t>
            </a:r>
            <a:r>
              <a:rPr lang="ru-RU" sz="1800" dirty="0">
                <a:solidFill>
                  <a:srgbClr val="2399C3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Добавление ветвления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24BE1276-BFC1-C4F4-A118-A43CB1648787}"/>
              </a:ext>
            </a:extLst>
          </p:cNvPr>
          <p:cNvGrpSpPr/>
          <p:nvPr/>
        </p:nvGrpSpPr>
        <p:grpSpPr>
          <a:xfrm>
            <a:off x="3985900" y="3106489"/>
            <a:ext cx="3283955" cy="1166004"/>
            <a:chOff x="5637162" y="3796494"/>
            <a:chExt cx="1426850" cy="2896259"/>
          </a:xfrm>
        </p:grpSpPr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1B79F680-6007-E42A-65AD-5FD1CFDCF202}"/>
                </a:ext>
              </a:extLst>
            </p:cNvPr>
            <p:cNvSpPr/>
            <p:nvPr/>
          </p:nvSpPr>
          <p:spPr>
            <a:xfrm>
              <a:off x="5662910" y="3796494"/>
              <a:ext cx="1359069" cy="2896259"/>
            </a:xfrm>
            <a:prstGeom prst="roundRect">
              <a:avLst>
                <a:gd name="adj" fmla="val 14327"/>
              </a:avLst>
            </a:prstGeom>
            <a:solidFill>
              <a:srgbClr val="FFFFFF"/>
            </a:solidFill>
            <a:ln>
              <a:noFill/>
            </a:ln>
            <a:effectLst>
              <a:outerShdw blurRad="139700" sx="103000" sy="103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DB9F974-3A87-2249-61AE-5768E70C94DA}"/>
                </a:ext>
              </a:extLst>
            </p:cNvPr>
            <p:cNvSpPr txBox="1"/>
            <p:nvPr/>
          </p:nvSpPr>
          <p:spPr>
            <a:xfrm>
              <a:off x="5637162" y="4215106"/>
              <a:ext cx="1426850" cy="22934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a </a:t>
              </a:r>
              <a:r>
                <a:rPr lang="en-US" sz="12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───▶</a:t>
              </a: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b </a:t>
              </a:r>
              <a:r>
                <a:rPr lang="en-US" sz="12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───▶</a:t>
              </a: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d </a:t>
              </a:r>
              <a:r>
                <a:rPr lang="en-US" sz="12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───▶</a:t>
              </a: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e </a:t>
              </a:r>
              <a:r>
                <a:rPr lang="en-US" sz="12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───▶</a:t>
              </a: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c</a:t>
              </a:r>
            </a:p>
            <a:p>
              <a:pPr>
                <a:buNone/>
              </a:pP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                     </a:t>
              </a:r>
              <a:r>
                <a:rPr lang="ru-RU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         </a:t>
              </a:r>
              <a:r>
                <a:rPr lang="en-US" sz="12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│</a:t>
              </a:r>
            </a:p>
            <a:p>
              <a:pPr>
                <a:buNone/>
              </a:pP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                    </a:t>
              </a:r>
              <a:r>
                <a:rPr lang="ru-RU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          </a:t>
              </a:r>
              <a:r>
                <a:rPr lang="en-US" sz="12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└────▶</a:t>
              </a: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f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22A2772-B52E-C571-96ED-88301906AF8D}"/>
              </a:ext>
            </a:extLst>
          </p:cNvPr>
          <p:cNvSpPr txBox="1"/>
          <p:nvPr/>
        </p:nvSpPr>
        <p:spPr>
          <a:xfrm>
            <a:off x="3960010" y="13531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sz="1800" dirty="0">
                <a:solidFill>
                  <a:srgbClr val="2399C3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Этап 1</a:t>
            </a:r>
            <a:r>
              <a:rPr lang="en-US" sz="1800" dirty="0">
                <a:solidFill>
                  <a:srgbClr val="2399C3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: </a:t>
            </a:r>
            <a:r>
              <a:rPr lang="ru-RU" sz="1800" dirty="0">
                <a:solidFill>
                  <a:srgbClr val="2399C3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Линейная цепь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4483FF86-5EDE-9FA1-946C-5064D56BBE1C}"/>
              </a:ext>
            </a:extLst>
          </p:cNvPr>
          <p:cNvGrpSpPr/>
          <p:nvPr/>
        </p:nvGrpSpPr>
        <p:grpSpPr>
          <a:xfrm>
            <a:off x="3960010" y="4882452"/>
            <a:ext cx="4216653" cy="1166004"/>
            <a:chOff x="5491863" y="3796494"/>
            <a:chExt cx="1606181" cy="2896259"/>
          </a:xfrm>
        </p:grpSpPr>
        <p:sp>
          <p:nvSpPr>
            <p:cNvPr id="17" name="Прямоугольник: скругленные углы 16">
              <a:extLst>
                <a:ext uri="{FF2B5EF4-FFF2-40B4-BE49-F238E27FC236}">
                  <a16:creationId xmlns:a16="http://schemas.microsoft.com/office/drawing/2014/main" id="{26B72643-F013-91D7-ED3F-A7A3FFDB1577}"/>
                </a:ext>
              </a:extLst>
            </p:cNvPr>
            <p:cNvSpPr/>
            <p:nvPr/>
          </p:nvSpPr>
          <p:spPr>
            <a:xfrm>
              <a:off x="5523851" y="3796494"/>
              <a:ext cx="1510934" cy="2896259"/>
            </a:xfrm>
            <a:prstGeom prst="roundRect">
              <a:avLst>
                <a:gd name="adj" fmla="val 14327"/>
              </a:avLst>
            </a:prstGeom>
            <a:solidFill>
              <a:srgbClr val="FFFFFF"/>
            </a:solidFill>
            <a:ln>
              <a:noFill/>
            </a:ln>
            <a:effectLst>
              <a:outerShdw blurRad="139700" sx="103000" sy="103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23D48D1-C588-D23D-46CF-E9F888C746CC}"/>
                </a:ext>
              </a:extLst>
            </p:cNvPr>
            <p:cNvSpPr txBox="1"/>
            <p:nvPr/>
          </p:nvSpPr>
          <p:spPr>
            <a:xfrm>
              <a:off x="5491863" y="4169062"/>
              <a:ext cx="1606181" cy="22934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a </a:t>
              </a:r>
              <a:r>
                <a:rPr lang="en-US" sz="12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───▶</a:t>
              </a: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b </a:t>
              </a:r>
              <a:r>
                <a:rPr lang="en-US" sz="12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───▶</a:t>
              </a: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d </a:t>
              </a:r>
              <a:r>
                <a:rPr lang="en-US" sz="12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───▶</a:t>
              </a: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e </a:t>
              </a:r>
              <a:r>
                <a:rPr lang="en-US" sz="12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───▶</a:t>
              </a: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c </a:t>
              </a:r>
              <a:r>
                <a:rPr lang="ru-RU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</a:t>
              </a:r>
              <a:r>
                <a:rPr lang="en-US" sz="12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───▶</a:t>
              </a: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g</a:t>
              </a:r>
            </a:p>
            <a:p>
              <a:pPr>
                <a:buNone/>
              </a:pP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                      </a:t>
              </a:r>
              <a:r>
                <a:rPr lang="en-US" sz="12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│</a:t>
              </a:r>
              <a:r>
                <a:rPr lang="ru-RU" sz="12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  		     </a:t>
              </a:r>
              <a:r>
                <a:rPr lang="en-US" sz="12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▲</a:t>
              </a:r>
            </a:p>
            <a:p>
              <a:pPr>
                <a:buNone/>
              </a:pP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                      </a:t>
              </a:r>
              <a:r>
                <a:rPr lang="en-US" sz="12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└────▶</a:t>
              </a:r>
              <a:r>
                <a:rPr lang="en-US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f </a:t>
              </a:r>
              <a:r>
                <a:rPr lang="en-US" sz="12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─────┘</a:t>
              </a:r>
              <a:endParaRPr lang="ru-RU" sz="12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2A78AF4-8685-B9E5-003D-DBA807FA6A00}"/>
              </a:ext>
            </a:extLst>
          </p:cNvPr>
          <p:cNvSpPr txBox="1"/>
          <p:nvPr/>
        </p:nvSpPr>
        <p:spPr>
          <a:xfrm>
            <a:off x="3960010" y="45017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sz="1800" dirty="0">
                <a:solidFill>
                  <a:srgbClr val="2399C3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Этап 3</a:t>
            </a:r>
            <a:r>
              <a:rPr lang="en-US" sz="1800" dirty="0">
                <a:solidFill>
                  <a:srgbClr val="2399C3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: </a:t>
            </a:r>
            <a:r>
              <a:rPr lang="ru-RU" sz="1800" dirty="0">
                <a:solidFill>
                  <a:srgbClr val="2399C3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Times New Roman" panose="02020603050405020304" pitchFamily="18" charset="0"/>
              </a:rPr>
              <a:t>Объединение ветвей</a:t>
            </a:r>
          </a:p>
        </p:txBody>
      </p:sp>
    </p:spTree>
    <p:extLst>
      <p:ext uri="{BB962C8B-B14F-4D97-AF65-F5344CB8AC3E}">
        <p14:creationId xmlns:p14="http://schemas.microsoft.com/office/powerpoint/2010/main" val="16422175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rgbClr val="2399C3"/>
            </a:gs>
            <a:gs pos="100000">
              <a:schemeClr val="accent1">
                <a:lumMod val="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42BDB182-3E81-4764-9B27-4A06677EE9A8}"/>
              </a:ext>
            </a:extLst>
          </p:cNvPr>
          <p:cNvSpPr/>
          <p:nvPr/>
        </p:nvSpPr>
        <p:spPr>
          <a:xfrm flipH="1">
            <a:off x="11344968" y="294209"/>
            <a:ext cx="651046" cy="656863"/>
          </a:xfrm>
          <a:custGeom>
            <a:avLst/>
            <a:gdLst>
              <a:gd name="connsiteX0" fmla="*/ 35652 w 651046"/>
              <a:gd name="connsiteY0" fmla="*/ 591155 h 656863"/>
              <a:gd name="connsiteX1" fmla="*/ 2798 w 651046"/>
              <a:gd name="connsiteY1" fmla="*/ 624009 h 656863"/>
              <a:gd name="connsiteX2" fmla="*/ 35652 w 651046"/>
              <a:gd name="connsiteY2" fmla="*/ 656863 h 656863"/>
              <a:gd name="connsiteX3" fmla="*/ 68506 w 651046"/>
              <a:gd name="connsiteY3" fmla="*/ 624009 h 656863"/>
              <a:gd name="connsiteX4" fmla="*/ 35652 w 651046"/>
              <a:gd name="connsiteY4" fmla="*/ 591155 h 656863"/>
              <a:gd name="connsiteX5" fmla="*/ 35652 w 651046"/>
              <a:gd name="connsiteY5" fmla="*/ 442682 h 656863"/>
              <a:gd name="connsiteX6" fmla="*/ 2798 w 651046"/>
              <a:gd name="connsiteY6" fmla="*/ 475536 h 656863"/>
              <a:gd name="connsiteX7" fmla="*/ 35652 w 651046"/>
              <a:gd name="connsiteY7" fmla="*/ 508390 h 656863"/>
              <a:gd name="connsiteX8" fmla="*/ 68506 w 651046"/>
              <a:gd name="connsiteY8" fmla="*/ 475536 h 656863"/>
              <a:gd name="connsiteX9" fmla="*/ 35652 w 651046"/>
              <a:gd name="connsiteY9" fmla="*/ 442682 h 656863"/>
              <a:gd name="connsiteX10" fmla="*/ 175255 w 651046"/>
              <a:gd name="connsiteY10" fmla="*/ 442682 h 656863"/>
              <a:gd name="connsiteX11" fmla="*/ 142401 w 651046"/>
              <a:gd name="connsiteY11" fmla="*/ 475536 h 656863"/>
              <a:gd name="connsiteX12" fmla="*/ 175255 w 651046"/>
              <a:gd name="connsiteY12" fmla="*/ 508390 h 656863"/>
              <a:gd name="connsiteX13" fmla="*/ 208109 w 651046"/>
              <a:gd name="connsiteY13" fmla="*/ 475536 h 656863"/>
              <a:gd name="connsiteX14" fmla="*/ 175255 w 651046"/>
              <a:gd name="connsiteY14" fmla="*/ 442682 h 656863"/>
              <a:gd name="connsiteX15" fmla="*/ 35652 w 651046"/>
              <a:gd name="connsiteY15" fmla="*/ 294209 h 656863"/>
              <a:gd name="connsiteX16" fmla="*/ 2798 w 651046"/>
              <a:gd name="connsiteY16" fmla="*/ 327063 h 656863"/>
              <a:gd name="connsiteX17" fmla="*/ 35652 w 651046"/>
              <a:gd name="connsiteY17" fmla="*/ 359917 h 656863"/>
              <a:gd name="connsiteX18" fmla="*/ 68506 w 651046"/>
              <a:gd name="connsiteY18" fmla="*/ 327063 h 656863"/>
              <a:gd name="connsiteX19" fmla="*/ 35652 w 651046"/>
              <a:gd name="connsiteY19" fmla="*/ 294209 h 656863"/>
              <a:gd name="connsiteX20" fmla="*/ 175255 w 651046"/>
              <a:gd name="connsiteY20" fmla="*/ 294208 h 656863"/>
              <a:gd name="connsiteX21" fmla="*/ 142401 w 651046"/>
              <a:gd name="connsiteY21" fmla="*/ 327062 h 656863"/>
              <a:gd name="connsiteX22" fmla="*/ 175255 w 651046"/>
              <a:gd name="connsiteY22" fmla="*/ 359916 h 656863"/>
              <a:gd name="connsiteX23" fmla="*/ 208109 w 651046"/>
              <a:gd name="connsiteY23" fmla="*/ 327062 h 656863"/>
              <a:gd name="connsiteX24" fmla="*/ 175255 w 651046"/>
              <a:gd name="connsiteY24" fmla="*/ 294208 h 656863"/>
              <a:gd name="connsiteX25" fmla="*/ 35652 w 651046"/>
              <a:gd name="connsiteY25" fmla="*/ 148473 h 656863"/>
              <a:gd name="connsiteX26" fmla="*/ 2798 w 651046"/>
              <a:gd name="connsiteY26" fmla="*/ 181327 h 656863"/>
              <a:gd name="connsiteX27" fmla="*/ 35652 w 651046"/>
              <a:gd name="connsiteY27" fmla="*/ 214181 h 656863"/>
              <a:gd name="connsiteX28" fmla="*/ 68506 w 651046"/>
              <a:gd name="connsiteY28" fmla="*/ 181327 h 656863"/>
              <a:gd name="connsiteX29" fmla="*/ 35652 w 651046"/>
              <a:gd name="connsiteY29" fmla="*/ 148473 h 656863"/>
              <a:gd name="connsiteX30" fmla="*/ 175254 w 651046"/>
              <a:gd name="connsiteY30" fmla="*/ 148472 h 656863"/>
              <a:gd name="connsiteX31" fmla="*/ 142400 w 651046"/>
              <a:gd name="connsiteY31" fmla="*/ 181326 h 656863"/>
              <a:gd name="connsiteX32" fmla="*/ 175254 w 651046"/>
              <a:gd name="connsiteY32" fmla="*/ 214180 h 656863"/>
              <a:gd name="connsiteX33" fmla="*/ 208108 w 651046"/>
              <a:gd name="connsiteY33" fmla="*/ 181326 h 656863"/>
              <a:gd name="connsiteX34" fmla="*/ 175254 w 651046"/>
              <a:gd name="connsiteY34" fmla="*/ 148472 h 656863"/>
              <a:gd name="connsiteX35" fmla="*/ 325698 w 651046"/>
              <a:gd name="connsiteY35" fmla="*/ 148471 h 656863"/>
              <a:gd name="connsiteX36" fmla="*/ 292844 w 651046"/>
              <a:gd name="connsiteY36" fmla="*/ 181325 h 656863"/>
              <a:gd name="connsiteX37" fmla="*/ 325698 w 651046"/>
              <a:gd name="connsiteY37" fmla="*/ 214179 h 656863"/>
              <a:gd name="connsiteX38" fmla="*/ 358552 w 651046"/>
              <a:gd name="connsiteY38" fmla="*/ 181325 h 656863"/>
              <a:gd name="connsiteX39" fmla="*/ 325698 w 651046"/>
              <a:gd name="connsiteY39" fmla="*/ 148471 h 656863"/>
              <a:gd name="connsiteX40" fmla="*/ 476142 w 651046"/>
              <a:gd name="connsiteY40" fmla="*/ 148471 h 656863"/>
              <a:gd name="connsiteX41" fmla="*/ 443288 w 651046"/>
              <a:gd name="connsiteY41" fmla="*/ 181325 h 656863"/>
              <a:gd name="connsiteX42" fmla="*/ 476142 w 651046"/>
              <a:gd name="connsiteY42" fmla="*/ 214179 h 656863"/>
              <a:gd name="connsiteX43" fmla="*/ 508996 w 651046"/>
              <a:gd name="connsiteY43" fmla="*/ 181325 h 656863"/>
              <a:gd name="connsiteX44" fmla="*/ 476142 w 651046"/>
              <a:gd name="connsiteY44" fmla="*/ 148471 h 656863"/>
              <a:gd name="connsiteX45" fmla="*/ 470546 w 651046"/>
              <a:gd name="connsiteY45" fmla="*/ 2 h 656863"/>
              <a:gd name="connsiteX46" fmla="*/ 437692 w 651046"/>
              <a:gd name="connsiteY46" fmla="*/ 32856 h 656863"/>
              <a:gd name="connsiteX47" fmla="*/ 470546 w 651046"/>
              <a:gd name="connsiteY47" fmla="*/ 65710 h 656863"/>
              <a:gd name="connsiteX48" fmla="*/ 503400 w 651046"/>
              <a:gd name="connsiteY48" fmla="*/ 32856 h 656863"/>
              <a:gd name="connsiteX49" fmla="*/ 470546 w 651046"/>
              <a:gd name="connsiteY49" fmla="*/ 2 h 656863"/>
              <a:gd name="connsiteX50" fmla="*/ 618192 w 651046"/>
              <a:gd name="connsiteY50" fmla="*/ 2 h 656863"/>
              <a:gd name="connsiteX51" fmla="*/ 585338 w 651046"/>
              <a:gd name="connsiteY51" fmla="*/ 32856 h 656863"/>
              <a:gd name="connsiteX52" fmla="*/ 618192 w 651046"/>
              <a:gd name="connsiteY52" fmla="*/ 65710 h 656863"/>
              <a:gd name="connsiteX53" fmla="*/ 651046 w 651046"/>
              <a:gd name="connsiteY53" fmla="*/ 32856 h 656863"/>
              <a:gd name="connsiteX54" fmla="*/ 618192 w 651046"/>
              <a:gd name="connsiteY54" fmla="*/ 2 h 656863"/>
              <a:gd name="connsiteX55" fmla="*/ 175254 w 651046"/>
              <a:gd name="connsiteY55" fmla="*/ 1 h 656863"/>
              <a:gd name="connsiteX56" fmla="*/ 142400 w 651046"/>
              <a:gd name="connsiteY56" fmla="*/ 32855 h 656863"/>
              <a:gd name="connsiteX57" fmla="*/ 175254 w 651046"/>
              <a:gd name="connsiteY57" fmla="*/ 65709 h 656863"/>
              <a:gd name="connsiteX58" fmla="*/ 208108 w 651046"/>
              <a:gd name="connsiteY58" fmla="*/ 32855 h 656863"/>
              <a:gd name="connsiteX59" fmla="*/ 175254 w 651046"/>
              <a:gd name="connsiteY59" fmla="*/ 1 h 656863"/>
              <a:gd name="connsiteX60" fmla="*/ 322900 w 651046"/>
              <a:gd name="connsiteY60" fmla="*/ 1 h 656863"/>
              <a:gd name="connsiteX61" fmla="*/ 290046 w 651046"/>
              <a:gd name="connsiteY61" fmla="*/ 32855 h 656863"/>
              <a:gd name="connsiteX62" fmla="*/ 322900 w 651046"/>
              <a:gd name="connsiteY62" fmla="*/ 65709 h 656863"/>
              <a:gd name="connsiteX63" fmla="*/ 355754 w 651046"/>
              <a:gd name="connsiteY63" fmla="*/ 32855 h 656863"/>
              <a:gd name="connsiteX64" fmla="*/ 322900 w 651046"/>
              <a:gd name="connsiteY64" fmla="*/ 1 h 656863"/>
              <a:gd name="connsiteX65" fmla="*/ 32854 w 651046"/>
              <a:gd name="connsiteY65" fmla="*/ 0 h 656863"/>
              <a:gd name="connsiteX66" fmla="*/ 0 w 651046"/>
              <a:gd name="connsiteY66" fmla="*/ 32854 h 656863"/>
              <a:gd name="connsiteX67" fmla="*/ 32854 w 651046"/>
              <a:gd name="connsiteY67" fmla="*/ 65708 h 656863"/>
              <a:gd name="connsiteX68" fmla="*/ 65708 w 651046"/>
              <a:gd name="connsiteY68" fmla="*/ 32854 h 656863"/>
              <a:gd name="connsiteX69" fmla="*/ 32854 w 651046"/>
              <a:gd name="connsiteY69" fmla="*/ 0 h 65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651046" h="656863">
                <a:moveTo>
                  <a:pt x="35652" y="591155"/>
                </a:moveTo>
                <a:cubicBezTo>
                  <a:pt x="17507" y="591155"/>
                  <a:pt x="2798" y="605864"/>
                  <a:pt x="2798" y="624009"/>
                </a:cubicBezTo>
                <a:cubicBezTo>
                  <a:pt x="2798" y="642154"/>
                  <a:pt x="17507" y="656863"/>
                  <a:pt x="35652" y="656863"/>
                </a:cubicBezTo>
                <a:cubicBezTo>
                  <a:pt x="53797" y="656863"/>
                  <a:pt x="68506" y="642154"/>
                  <a:pt x="68506" y="624009"/>
                </a:cubicBezTo>
                <a:cubicBezTo>
                  <a:pt x="68506" y="605864"/>
                  <a:pt x="53797" y="591155"/>
                  <a:pt x="35652" y="591155"/>
                </a:cubicBezTo>
                <a:close/>
                <a:moveTo>
                  <a:pt x="35652" y="442682"/>
                </a:moveTo>
                <a:cubicBezTo>
                  <a:pt x="17507" y="442682"/>
                  <a:pt x="2798" y="457391"/>
                  <a:pt x="2798" y="475536"/>
                </a:cubicBezTo>
                <a:cubicBezTo>
                  <a:pt x="2798" y="493681"/>
                  <a:pt x="17507" y="508390"/>
                  <a:pt x="35652" y="508390"/>
                </a:cubicBezTo>
                <a:cubicBezTo>
                  <a:pt x="53797" y="508390"/>
                  <a:pt x="68506" y="493681"/>
                  <a:pt x="68506" y="475536"/>
                </a:cubicBezTo>
                <a:cubicBezTo>
                  <a:pt x="68506" y="457391"/>
                  <a:pt x="53797" y="442682"/>
                  <a:pt x="35652" y="442682"/>
                </a:cubicBezTo>
                <a:close/>
                <a:moveTo>
                  <a:pt x="175255" y="442682"/>
                </a:moveTo>
                <a:cubicBezTo>
                  <a:pt x="157110" y="442682"/>
                  <a:pt x="142401" y="457391"/>
                  <a:pt x="142401" y="475536"/>
                </a:cubicBezTo>
                <a:cubicBezTo>
                  <a:pt x="142401" y="493681"/>
                  <a:pt x="157110" y="508390"/>
                  <a:pt x="175255" y="508390"/>
                </a:cubicBezTo>
                <a:cubicBezTo>
                  <a:pt x="193400" y="508390"/>
                  <a:pt x="208109" y="493681"/>
                  <a:pt x="208109" y="475536"/>
                </a:cubicBezTo>
                <a:cubicBezTo>
                  <a:pt x="208109" y="457391"/>
                  <a:pt x="193400" y="442682"/>
                  <a:pt x="175255" y="442682"/>
                </a:cubicBezTo>
                <a:close/>
                <a:moveTo>
                  <a:pt x="35652" y="294209"/>
                </a:moveTo>
                <a:cubicBezTo>
                  <a:pt x="17507" y="294209"/>
                  <a:pt x="2798" y="308918"/>
                  <a:pt x="2798" y="327063"/>
                </a:cubicBezTo>
                <a:cubicBezTo>
                  <a:pt x="2798" y="345208"/>
                  <a:pt x="17507" y="359917"/>
                  <a:pt x="35652" y="359917"/>
                </a:cubicBezTo>
                <a:cubicBezTo>
                  <a:pt x="53797" y="359917"/>
                  <a:pt x="68506" y="345208"/>
                  <a:pt x="68506" y="327063"/>
                </a:cubicBezTo>
                <a:cubicBezTo>
                  <a:pt x="68506" y="308918"/>
                  <a:pt x="53797" y="294209"/>
                  <a:pt x="35652" y="294209"/>
                </a:cubicBezTo>
                <a:close/>
                <a:moveTo>
                  <a:pt x="175255" y="294208"/>
                </a:moveTo>
                <a:cubicBezTo>
                  <a:pt x="157110" y="294208"/>
                  <a:pt x="142401" y="308917"/>
                  <a:pt x="142401" y="327062"/>
                </a:cubicBezTo>
                <a:cubicBezTo>
                  <a:pt x="142401" y="345207"/>
                  <a:pt x="157110" y="359916"/>
                  <a:pt x="175255" y="359916"/>
                </a:cubicBezTo>
                <a:cubicBezTo>
                  <a:pt x="193400" y="359916"/>
                  <a:pt x="208109" y="345207"/>
                  <a:pt x="208109" y="327062"/>
                </a:cubicBezTo>
                <a:cubicBezTo>
                  <a:pt x="208109" y="308917"/>
                  <a:pt x="193400" y="294208"/>
                  <a:pt x="175255" y="294208"/>
                </a:cubicBezTo>
                <a:close/>
                <a:moveTo>
                  <a:pt x="35652" y="148473"/>
                </a:moveTo>
                <a:cubicBezTo>
                  <a:pt x="17507" y="148473"/>
                  <a:pt x="2798" y="163182"/>
                  <a:pt x="2798" y="181327"/>
                </a:cubicBezTo>
                <a:cubicBezTo>
                  <a:pt x="2798" y="199472"/>
                  <a:pt x="17507" y="214181"/>
                  <a:pt x="35652" y="214181"/>
                </a:cubicBezTo>
                <a:cubicBezTo>
                  <a:pt x="53797" y="214181"/>
                  <a:pt x="68506" y="199472"/>
                  <a:pt x="68506" y="181327"/>
                </a:cubicBezTo>
                <a:cubicBezTo>
                  <a:pt x="68506" y="163182"/>
                  <a:pt x="53797" y="148473"/>
                  <a:pt x="35652" y="148473"/>
                </a:cubicBezTo>
                <a:close/>
                <a:moveTo>
                  <a:pt x="175254" y="148472"/>
                </a:moveTo>
                <a:cubicBezTo>
                  <a:pt x="157109" y="148472"/>
                  <a:pt x="142400" y="163181"/>
                  <a:pt x="142400" y="181326"/>
                </a:cubicBezTo>
                <a:cubicBezTo>
                  <a:pt x="142400" y="199471"/>
                  <a:pt x="157109" y="214180"/>
                  <a:pt x="175254" y="214180"/>
                </a:cubicBezTo>
                <a:cubicBezTo>
                  <a:pt x="193399" y="214180"/>
                  <a:pt x="208108" y="199471"/>
                  <a:pt x="208108" y="181326"/>
                </a:cubicBezTo>
                <a:cubicBezTo>
                  <a:pt x="208108" y="163181"/>
                  <a:pt x="193399" y="148472"/>
                  <a:pt x="175254" y="148472"/>
                </a:cubicBezTo>
                <a:close/>
                <a:moveTo>
                  <a:pt x="325698" y="148471"/>
                </a:moveTo>
                <a:cubicBezTo>
                  <a:pt x="307553" y="148471"/>
                  <a:pt x="292844" y="163180"/>
                  <a:pt x="292844" y="181325"/>
                </a:cubicBezTo>
                <a:cubicBezTo>
                  <a:pt x="292844" y="199470"/>
                  <a:pt x="307553" y="214179"/>
                  <a:pt x="325698" y="214179"/>
                </a:cubicBezTo>
                <a:cubicBezTo>
                  <a:pt x="343843" y="214179"/>
                  <a:pt x="358552" y="199470"/>
                  <a:pt x="358552" y="181325"/>
                </a:cubicBezTo>
                <a:cubicBezTo>
                  <a:pt x="358552" y="163180"/>
                  <a:pt x="343843" y="148471"/>
                  <a:pt x="325698" y="148471"/>
                </a:cubicBezTo>
                <a:close/>
                <a:moveTo>
                  <a:pt x="476142" y="148471"/>
                </a:moveTo>
                <a:cubicBezTo>
                  <a:pt x="457997" y="148471"/>
                  <a:pt x="443288" y="163180"/>
                  <a:pt x="443288" y="181325"/>
                </a:cubicBezTo>
                <a:cubicBezTo>
                  <a:pt x="443288" y="199470"/>
                  <a:pt x="457997" y="214179"/>
                  <a:pt x="476142" y="214179"/>
                </a:cubicBezTo>
                <a:cubicBezTo>
                  <a:pt x="494287" y="214179"/>
                  <a:pt x="508996" y="199470"/>
                  <a:pt x="508996" y="181325"/>
                </a:cubicBezTo>
                <a:cubicBezTo>
                  <a:pt x="508996" y="163180"/>
                  <a:pt x="494287" y="148471"/>
                  <a:pt x="476142" y="148471"/>
                </a:cubicBezTo>
                <a:close/>
                <a:moveTo>
                  <a:pt x="470546" y="2"/>
                </a:moveTo>
                <a:cubicBezTo>
                  <a:pt x="452401" y="2"/>
                  <a:pt x="437692" y="14711"/>
                  <a:pt x="437692" y="32856"/>
                </a:cubicBezTo>
                <a:cubicBezTo>
                  <a:pt x="437692" y="51001"/>
                  <a:pt x="452401" y="65710"/>
                  <a:pt x="470546" y="65710"/>
                </a:cubicBezTo>
                <a:cubicBezTo>
                  <a:pt x="488691" y="65710"/>
                  <a:pt x="503400" y="51001"/>
                  <a:pt x="503400" y="32856"/>
                </a:cubicBezTo>
                <a:cubicBezTo>
                  <a:pt x="503400" y="14711"/>
                  <a:pt x="488691" y="2"/>
                  <a:pt x="470546" y="2"/>
                </a:cubicBezTo>
                <a:close/>
                <a:moveTo>
                  <a:pt x="618192" y="2"/>
                </a:moveTo>
                <a:cubicBezTo>
                  <a:pt x="600047" y="2"/>
                  <a:pt x="585338" y="14711"/>
                  <a:pt x="585338" y="32856"/>
                </a:cubicBezTo>
                <a:cubicBezTo>
                  <a:pt x="585338" y="51001"/>
                  <a:pt x="600047" y="65710"/>
                  <a:pt x="618192" y="65710"/>
                </a:cubicBezTo>
                <a:cubicBezTo>
                  <a:pt x="636337" y="65710"/>
                  <a:pt x="651046" y="51001"/>
                  <a:pt x="651046" y="32856"/>
                </a:cubicBezTo>
                <a:cubicBezTo>
                  <a:pt x="651046" y="14711"/>
                  <a:pt x="636337" y="2"/>
                  <a:pt x="618192" y="2"/>
                </a:cubicBezTo>
                <a:close/>
                <a:moveTo>
                  <a:pt x="175254" y="1"/>
                </a:moveTo>
                <a:cubicBezTo>
                  <a:pt x="157109" y="1"/>
                  <a:pt x="142400" y="14710"/>
                  <a:pt x="142400" y="32855"/>
                </a:cubicBezTo>
                <a:cubicBezTo>
                  <a:pt x="142400" y="51000"/>
                  <a:pt x="157109" y="65709"/>
                  <a:pt x="175254" y="65709"/>
                </a:cubicBezTo>
                <a:cubicBezTo>
                  <a:pt x="193399" y="65709"/>
                  <a:pt x="208108" y="51000"/>
                  <a:pt x="208108" y="32855"/>
                </a:cubicBezTo>
                <a:cubicBezTo>
                  <a:pt x="208108" y="14710"/>
                  <a:pt x="193399" y="1"/>
                  <a:pt x="175254" y="1"/>
                </a:cubicBezTo>
                <a:close/>
                <a:moveTo>
                  <a:pt x="322900" y="1"/>
                </a:moveTo>
                <a:cubicBezTo>
                  <a:pt x="304755" y="1"/>
                  <a:pt x="290046" y="14710"/>
                  <a:pt x="290046" y="32855"/>
                </a:cubicBezTo>
                <a:cubicBezTo>
                  <a:pt x="290046" y="51000"/>
                  <a:pt x="304755" y="65709"/>
                  <a:pt x="322900" y="65709"/>
                </a:cubicBezTo>
                <a:cubicBezTo>
                  <a:pt x="341045" y="65709"/>
                  <a:pt x="355754" y="51000"/>
                  <a:pt x="355754" y="32855"/>
                </a:cubicBezTo>
                <a:cubicBezTo>
                  <a:pt x="355754" y="14710"/>
                  <a:pt x="341045" y="1"/>
                  <a:pt x="322900" y="1"/>
                </a:cubicBezTo>
                <a:close/>
                <a:moveTo>
                  <a:pt x="32854" y="0"/>
                </a:moveTo>
                <a:cubicBezTo>
                  <a:pt x="14709" y="0"/>
                  <a:pt x="0" y="14709"/>
                  <a:pt x="0" y="32854"/>
                </a:cubicBezTo>
                <a:cubicBezTo>
                  <a:pt x="0" y="50999"/>
                  <a:pt x="14709" y="65708"/>
                  <a:pt x="32854" y="65708"/>
                </a:cubicBezTo>
                <a:cubicBezTo>
                  <a:pt x="50999" y="65708"/>
                  <a:pt x="65708" y="50999"/>
                  <a:pt x="65708" y="32854"/>
                </a:cubicBezTo>
                <a:cubicBezTo>
                  <a:pt x="65708" y="14709"/>
                  <a:pt x="50999" y="0"/>
                  <a:pt x="3285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5A38F377-8DB5-42AC-8F9B-02D71FE27968}"/>
              </a:ext>
            </a:extLst>
          </p:cNvPr>
          <p:cNvSpPr/>
          <p:nvPr/>
        </p:nvSpPr>
        <p:spPr>
          <a:xfrm>
            <a:off x="9969714" y="1181873"/>
            <a:ext cx="826434" cy="832488"/>
          </a:xfrm>
          <a:prstGeom prst="roundRect">
            <a:avLst/>
          </a:prstGeom>
          <a:noFill/>
          <a:ln>
            <a:solidFill>
              <a:srgbClr val="BFBFBF">
                <a:alpha val="5411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Прямоугольник: скругленные углы 54">
            <a:extLst>
              <a:ext uri="{FF2B5EF4-FFF2-40B4-BE49-F238E27FC236}">
                <a16:creationId xmlns:a16="http://schemas.microsoft.com/office/drawing/2014/main" id="{215A0398-1BCC-406A-BB4B-E531972F50BE}"/>
              </a:ext>
            </a:extLst>
          </p:cNvPr>
          <p:cNvSpPr/>
          <p:nvPr/>
        </p:nvSpPr>
        <p:spPr>
          <a:xfrm>
            <a:off x="10128331" y="1377509"/>
            <a:ext cx="1145199" cy="1153589"/>
          </a:xfrm>
          <a:prstGeom prst="roundRect">
            <a:avLst/>
          </a:prstGeom>
          <a:solidFill>
            <a:srgbClr val="777777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E0655099-4ADF-452A-9134-AC19FB4D0BC9}"/>
              </a:ext>
            </a:extLst>
          </p:cNvPr>
          <p:cNvSpPr/>
          <p:nvPr/>
        </p:nvSpPr>
        <p:spPr>
          <a:xfrm>
            <a:off x="1791695" y="2208346"/>
            <a:ext cx="567369" cy="571525"/>
          </a:xfrm>
          <a:prstGeom prst="roundRect">
            <a:avLst/>
          </a:prstGeom>
          <a:noFill/>
          <a:ln>
            <a:solidFill>
              <a:srgbClr val="BFBFBF">
                <a:alpha val="5411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81F21322-403B-4F48-B830-8C1B5A460F11}"/>
              </a:ext>
            </a:extLst>
          </p:cNvPr>
          <p:cNvSpPr/>
          <p:nvPr/>
        </p:nvSpPr>
        <p:spPr>
          <a:xfrm>
            <a:off x="1904622" y="2304654"/>
            <a:ext cx="651291" cy="656063"/>
          </a:xfrm>
          <a:prstGeom prst="roundRect">
            <a:avLst/>
          </a:prstGeom>
          <a:solidFill>
            <a:srgbClr val="777777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66A37-CAA7-4E2C-91AB-A10270683463}"/>
              </a:ext>
            </a:extLst>
          </p:cNvPr>
          <p:cNvSpPr txBox="1"/>
          <p:nvPr/>
        </p:nvSpPr>
        <p:spPr>
          <a:xfrm>
            <a:off x="3194335" y="1181873"/>
            <a:ext cx="580333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600" dirty="0">
                <a:solidFill>
                  <a:schemeClr val="bg1"/>
                </a:solidFill>
                <a:latin typeface="Bahnschrift SemiBold Condensed" panose="020B0502040204020203" pitchFamily="34" charset="0"/>
                <a:ea typeface="Yu Gothic UI Semilight" panose="020B0400000000000000" pitchFamily="34" charset="-128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81443033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1169</TotalTime>
  <Words>1770</Words>
  <Application>Microsoft Office PowerPoint</Application>
  <PresentationFormat>Широкоэкранный</PresentationFormat>
  <Paragraphs>250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2" baseType="lpstr">
      <vt:lpstr>Microsoft JhengHei Light</vt:lpstr>
      <vt:lpstr>Aptos</vt:lpstr>
      <vt:lpstr>Aptos Display</vt:lpstr>
      <vt:lpstr>Arial</vt:lpstr>
      <vt:lpstr>Bahnschrift SemiBold Condensed</vt:lpstr>
      <vt:lpstr>Consolas</vt:lpstr>
      <vt:lpstr>Montserrat ExtraBold</vt:lpstr>
      <vt:lpstr>PixelMontserrat</vt:lpstr>
      <vt:lpstr>Тема Office</vt:lpstr>
      <vt:lpstr>Разработка библиотеки для символьных вычислений в большой конечной арифметике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Bat</dc:creator>
  <cp:lastModifiedBy>Пользователь</cp:lastModifiedBy>
  <cp:revision>12</cp:revision>
  <dcterms:created xsi:type="dcterms:W3CDTF">2025-12-15T21:36:30Z</dcterms:created>
  <dcterms:modified xsi:type="dcterms:W3CDTF">2025-12-17T23:08:40Z</dcterms:modified>
</cp:coreProperties>
</file>